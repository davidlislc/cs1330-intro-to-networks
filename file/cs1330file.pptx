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5" r:id="rId1"/>
  </p:sldMasterIdLst>
  <p:notesMasterIdLst>
    <p:notesMasterId r:id="rId20"/>
  </p:notesMasterIdLst>
  <p:sldIdLst>
    <p:sldId id="256" r:id="rId2"/>
    <p:sldId id="257" r:id="rId3"/>
    <p:sldId id="291" r:id="rId4"/>
    <p:sldId id="292" r:id="rId5"/>
    <p:sldId id="313" r:id="rId6"/>
    <p:sldId id="293" r:id="rId7"/>
    <p:sldId id="295" r:id="rId8"/>
    <p:sldId id="296" r:id="rId9"/>
    <p:sldId id="315" r:id="rId10"/>
    <p:sldId id="297" r:id="rId11"/>
    <p:sldId id="298" r:id="rId12"/>
    <p:sldId id="299" r:id="rId13"/>
    <p:sldId id="316" r:id="rId14"/>
    <p:sldId id="317" r:id="rId15"/>
    <p:sldId id="318" r:id="rId16"/>
    <p:sldId id="319" r:id="rId17"/>
    <p:sldId id="320" r:id="rId18"/>
    <p:sldId id="265" r:id="rId19"/>
  </p:sldIdLst>
  <p:sldSz cx="12192000" cy="6858000"/>
  <p:notesSz cx="6858000" cy="9144000"/>
  <p:embeddedFontLst>
    <p:embeddedFont>
      <p:font typeface="Avenir" panose="02000503020000020003" pitchFamily="2" charset="0"/>
      <p:regular r:id="rId21"/>
      <p:italic r:id="rId22"/>
    </p:embeddedFont>
    <p:embeddedFont>
      <p:font typeface="Lato" panose="020F0502020204030203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>
          <p15:clr>
            <a:srgbClr val="A4A3A4"/>
          </p15:clr>
        </p15:guide>
        <p15:guide id="2" pos="3144">
          <p15:clr>
            <a:srgbClr val="A4A3A4"/>
          </p15:clr>
        </p15:guide>
        <p15:guide id="3" orient="horz" pos="9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197934C-E71D-45C5-A0CE-1DEAA772D63C}">
  <a:tblStyle styleId="{0197934C-E71D-45C5-A0CE-1DEAA772D63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164"/>
    <p:restoredTop sz="94729"/>
  </p:normalViewPr>
  <p:slideViewPr>
    <p:cSldViewPr snapToGrid="0">
      <p:cViewPr varScale="1">
        <p:scale>
          <a:sx n="109" d="100"/>
          <a:sy n="109" d="100"/>
        </p:scale>
        <p:origin x="488" y="176"/>
      </p:cViewPr>
      <p:guideLst>
        <p:guide orient="horz" pos="792"/>
        <p:guide pos="3144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1" name="Google Shape;2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9" name="Google Shape;2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2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2021206" y="4828032"/>
            <a:ext cx="2029968" cy="20299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6084664" y="1122363"/>
            <a:ext cx="5486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venir"/>
              <a:buNone/>
              <a:defRPr sz="6000" cap="none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6080759" y="3602038"/>
            <a:ext cx="54864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8727198" y="635508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112329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0" y="0"/>
            <a:ext cx="2029968" cy="2029968"/>
          </a:xfrm>
          <a:custGeom>
            <a:avLst/>
            <a:gdLst/>
            <a:ahLst/>
            <a:cxnLst/>
            <a:rect l="l" t="t" r="r" b="b"/>
            <a:pathLst>
              <a:path w="1828800" h="1828800" extrusionOk="0">
                <a:moveTo>
                  <a:pt x="0" y="0"/>
                </a:moveTo>
                <a:lnTo>
                  <a:pt x="18288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2457970" y="1686431"/>
            <a:ext cx="1828800" cy="182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0" y="6108192"/>
            <a:ext cx="2029968" cy="7498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4054172" y="4069080"/>
            <a:ext cx="2788920" cy="2788920"/>
          </a:xfrm>
          <a:custGeom>
            <a:avLst/>
            <a:gdLst/>
            <a:ahLst/>
            <a:cxnLst/>
            <a:rect l="l" t="t" r="r" b="b"/>
            <a:pathLst>
              <a:path w="1828800" h="1828800" extrusionOk="0">
                <a:moveTo>
                  <a:pt x="0" y="0"/>
                </a:moveTo>
                <a:lnTo>
                  <a:pt x="18288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25" name="Google Shape;25;p2"/>
          <p:cNvGrpSpPr/>
          <p:nvPr/>
        </p:nvGrpSpPr>
        <p:grpSpPr>
          <a:xfrm>
            <a:off x="23853" y="2101527"/>
            <a:ext cx="1920240" cy="1920240"/>
            <a:chOff x="5361924" y="7472790"/>
            <a:chExt cx="1828800" cy="1828800"/>
          </a:xfrm>
        </p:grpSpPr>
        <p:grpSp>
          <p:nvGrpSpPr>
            <p:cNvPr id="26" name="Google Shape;26;p2"/>
            <p:cNvGrpSpPr/>
            <p:nvPr/>
          </p:nvGrpSpPr>
          <p:grpSpPr>
            <a:xfrm>
              <a:off x="5361924" y="7472790"/>
              <a:ext cx="1828800" cy="1828800"/>
              <a:chOff x="5361924" y="7472790"/>
              <a:chExt cx="1828800" cy="1828800"/>
            </a:xfrm>
          </p:grpSpPr>
          <p:grpSp>
            <p:nvGrpSpPr>
              <p:cNvPr id="27" name="Google Shape;27;p2"/>
              <p:cNvGrpSpPr/>
              <p:nvPr/>
            </p:nvGrpSpPr>
            <p:grpSpPr>
              <a:xfrm>
                <a:off x="5361924" y="7472790"/>
                <a:ext cx="1828800" cy="1828800"/>
                <a:chOff x="5388428" y="7173291"/>
                <a:chExt cx="1828800" cy="1828800"/>
              </a:xfrm>
            </p:grpSpPr>
            <p:grpSp>
              <p:nvGrpSpPr>
                <p:cNvPr id="28" name="Google Shape;28;p2"/>
                <p:cNvGrpSpPr/>
                <p:nvPr/>
              </p:nvGrpSpPr>
              <p:grpSpPr>
                <a:xfrm>
                  <a:off x="5388428" y="7173291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oogle Shape;29;p2"/>
                  <p:cNvGrpSpPr/>
                  <p:nvPr/>
                </p:nvGrpSpPr>
                <p:grpSpPr>
                  <a:xfrm>
                    <a:off x="5388428" y="7173291"/>
                    <a:ext cx="1828800" cy="1828800"/>
                    <a:chOff x="5579044" y="7049770"/>
                    <a:chExt cx="1828800" cy="1828800"/>
                  </a:xfrm>
                </p:grpSpPr>
                <p:grpSp>
                  <p:nvGrpSpPr>
                    <p:cNvPr id="30" name="Google Shape;30;p2"/>
                    <p:cNvGrpSpPr/>
                    <p:nvPr/>
                  </p:nvGrpSpPr>
                  <p:grpSpPr>
                    <a:xfrm>
                      <a:off x="5579044" y="7049770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1" name="Google Shape;31;p2"/>
                      <p:cNvGrpSpPr/>
                      <p:nvPr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2" name="Google Shape;32;p2"/>
                        <p:cNvGrpSpPr/>
                        <p:nvPr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sp>
                        <p:nvSpPr>
                          <p:cNvPr id="33" name="Google Shape;33;p2"/>
                          <p:cNvSpPr/>
                          <p:nvPr/>
                        </p:nvSpPr>
                        <p:spPr>
                          <a:xfrm>
                            <a:off x="5579044" y="7049770"/>
                            <a:ext cx="1828800" cy="1828800"/>
                          </a:xfrm>
                          <a:prstGeom prst="ellipse">
                            <a:avLst/>
                          </a:prstGeom>
                          <a:noFill/>
                          <a:ln w="25400" cap="flat" cmpd="sng">
                            <a:solidFill>
                              <a:schemeClr val="accent1"/>
                            </a:solidFill>
                            <a:prstDash val="solid"/>
                            <a:miter lim="800000"/>
                            <a:headEnd type="none" w="sm" len="sm"/>
                            <a:tailEnd type="none" w="sm" len="sm"/>
                          </a:ln>
                        </p:spPr>
                        <p:txBody>
                          <a:bodyPr spcFirstLastPara="1" wrap="square" lIns="91425" tIns="45700" rIns="91425" bIns="45700" anchor="ctr" anchorCtr="0">
                            <a:noAutofit/>
                          </a:bodyPr>
                          <a:lstStyle/>
                          <a:p>
                            <a:pPr marL="0" marR="0" lvl="0" indent="0" algn="ctr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lang="en-US" sz="1800" b="0" i="0" u="none" strike="noStrike" cap="none">
                                <a:solidFill>
                                  <a:schemeClr val="lt1"/>
                                </a:solidFill>
                                <a:latin typeface="Avenir"/>
                                <a:ea typeface="Avenir"/>
                                <a:cs typeface="Avenir"/>
                                <a:sym typeface="Avenir"/>
                              </a:rPr>
                              <a:t> </a:t>
                            </a:r>
                            <a:endParaRPr sz="1400" b="0" i="0" u="none" strike="noStrike" cap="non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endParaRPr>
                          </a:p>
                        </p:txBody>
                      </p:sp>
                      <p:sp>
                        <p:nvSpPr>
                          <p:cNvPr id="34" name="Google Shape;34;p2"/>
                          <p:cNvSpPr/>
                          <p:nvPr/>
                        </p:nvSpPr>
                        <p:spPr>
                          <a:xfrm>
                            <a:off x="5647624" y="7118350"/>
                            <a:ext cx="1691640" cy="1691640"/>
                          </a:xfrm>
                          <a:prstGeom prst="ellipse">
                            <a:avLst/>
                          </a:prstGeom>
                          <a:noFill/>
                          <a:ln w="25400" cap="flat" cmpd="sng">
                            <a:solidFill>
                              <a:schemeClr val="accent1"/>
                            </a:solidFill>
                            <a:prstDash val="solid"/>
                            <a:miter lim="800000"/>
                            <a:headEnd type="none" w="sm" len="sm"/>
                            <a:tailEnd type="none" w="sm" len="sm"/>
                          </a:ln>
                        </p:spPr>
                        <p:txBody>
                          <a:bodyPr spcFirstLastPara="1" wrap="square" lIns="91425" tIns="45700" rIns="91425" bIns="45700" anchor="ctr" anchorCtr="0">
                            <a:noAutofit/>
                          </a:bodyPr>
                          <a:lstStyle/>
                          <a:p>
                            <a:pPr marL="0" marR="0" lvl="0" indent="0" algn="ctr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lang="en-US" sz="1800" b="0" i="0" u="none" strike="noStrike" cap="none">
                                <a:solidFill>
                                  <a:schemeClr val="lt1"/>
                                </a:solidFill>
                                <a:latin typeface="Avenir"/>
                                <a:ea typeface="Avenir"/>
                                <a:cs typeface="Avenir"/>
                                <a:sym typeface="Avenir"/>
                              </a:rPr>
                              <a:t> </a:t>
                            </a:r>
                            <a:endParaRPr sz="1400" b="0" i="0" u="none" strike="noStrike" cap="non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endParaRPr>
                          </a:p>
                        </p:txBody>
                      </p:sp>
                    </p:grpSp>
                    <p:sp>
                      <p:nvSpPr>
                        <p:cNvPr id="35" name="Google Shape;35;p2"/>
                        <p:cNvSpPr/>
                        <p:nvPr/>
                      </p:nvSpPr>
                      <p:spPr>
                        <a:xfrm>
                          <a:off x="5716204" y="7186930"/>
                          <a:ext cx="1554480" cy="1554480"/>
                        </a:xfrm>
                        <a:prstGeom prst="ellipse">
                          <a:avLst/>
                        </a:prstGeom>
                        <a:noFill/>
                        <a:ln w="25400" cap="flat" cmpd="sng">
                          <a:solidFill>
                            <a:schemeClr val="accent1"/>
                          </a:solidFill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45700" rIns="91425" bIns="45700" anchor="ctr" anchorCtr="0">
                          <a:noAutofit/>
                        </a:bodyPr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lang="en-US" sz="1800" b="0" i="0" u="none" strike="noStrike" cap="none">
                              <a:solidFill>
                                <a:schemeClr val="lt1"/>
                              </a:solidFill>
                              <a:latin typeface="Avenir"/>
                              <a:ea typeface="Avenir"/>
                              <a:cs typeface="Avenir"/>
                              <a:sym typeface="Avenir"/>
                            </a:rPr>
                            <a:t> </a:t>
                          </a:r>
                          <a:endParaRPr sz="1400" b="0" i="0" u="none" strike="noStrike" cap="non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</p:grpSp>
                  <p:sp>
                    <p:nvSpPr>
                      <p:cNvPr id="36" name="Google Shape;36;p2"/>
                      <p:cNvSpPr/>
                      <p:nvPr/>
                    </p:nvSpPr>
                    <p:spPr>
                      <a:xfrm>
                        <a:off x="5784784" y="7255510"/>
                        <a:ext cx="1417320" cy="1417320"/>
                      </a:xfrm>
                      <a:prstGeom prst="ellipse">
                        <a:avLst/>
                      </a:prstGeom>
                      <a:noFill/>
                      <a:ln w="25400" cap="flat" cmpd="sng">
                        <a:solidFill>
                          <a:schemeClr val="accent1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800"/>
                          <a:buFont typeface="Arial"/>
                          <a:buNone/>
                        </a:pPr>
                        <a:r>
                          <a:rPr lang="en-US" sz="1800" b="0" i="0" u="none" strike="noStrike" cap="none">
                            <a:solidFill>
                              <a:schemeClr val="lt1"/>
                            </a:solidFill>
                            <a:latin typeface="Avenir"/>
                            <a:ea typeface="Avenir"/>
                            <a:cs typeface="Avenir"/>
                            <a:sym typeface="Avenir"/>
                          </a:rPr>
                          <a:t> </a:t>
                        </a:r>
                        <a:endPara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sp>
                  <p:nvSpPr>
                    <p:cNvPr id="37" name="Google Shape;37;p2"/>
                    <p:cNvSpPr/>
                    <p:nvPr/>
                  </p:nvSpPr>
                  <p:spPr>
                    <a:xfrm>
                      <a:off x="5853364" y="7324090"/>
                      <a:ext cx="1280160" cy="1280160"/>
                    </a:xfrm>
                    <a:prstGeom prst="ellipse">
                      <a:avLst/>
                    </a:prstGeom>
                    <a:noFill/>
                    <a:ln w="25400" cap="flat" cmpd="sng">
                      <a:solidFill>
                        <a:schemeClr val="accen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38" name="Google Shape;38;p2"/>
                  <p:cNvSpPr/>
                  <p:nvPr/>
                </p:nvSpPr>
                <p:spPr>
                  <a:xfrm>
                    <a:off x="5731328" y="7516191"/>
                    <a:ext cx="1143000" cy="1143000"/>
                  </a:xfrm>
                  <a:prstGeom prst="ellipse">
                    <a:avLst/>
                  </a:prstGeom>
                  <a:noFill/>
                  <a:ln w="25400" cap="flat" cmpd="sng">
                    <a:solidFill>
                      <a:schemeClr val="accent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lang="en-US" sz="1800" b="0" i="0" u="none" strike="noStrike" cap="non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rPr>
                      <a:t> </a:t>
                    </a:r>
                    <a:endPara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9" name="Google Shape;39;p2"/>
                <p:cNvSpPr/>
                <p:nvPr/>
              </p:nvSpPr>
              <p:spPr>
                <a:xfrm>
                  <a:off x="5799908" y="7584771"/>
                  <a:ext cx="1005840" cy="1005840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 strike="noStrike" cap="none">
                      <a:solidFill>
                        <a:schemeClr val="lt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40;p2"/>
              <p:cNvSpPr/>
              <p:nvPr/>
            </p:nvSpPr>
            <p:spPr>
              <a:xfrm>
                <a:off x="5841984" y="7952850"/>
                <a:ext cx="868680" cy="868680"/>
              </a:xfrm>
              <a:prstGeom prst="ellipse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chemeClr val="lt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5910564" y="8021430"/>
                <a:ext cx="731520" cy="731520"/>
              </a:xfrm>
              <a:prstGeom prst="ellipse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chemeClr val="lt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5979144" y="8090010"/>
                <a:ext cx="594360" cy="594360"/>
              </a:xfrm>
              <a:prstGeom prst="ellipse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chemeClr val="lt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6047724" y="8158590"/>
                <a:ext cx="457200" cy="457200"/>
              </a:xfrm>
              <a:prstGeom prst="ellipse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chemeClr val="lt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6116304" y="8227170"/>
                <a:ext cx="320040" cy="320040"/>
              </a:xfrm>
              <a:prstGeom prst="ellipse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chemeClr val="lt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6184884" y="8295750"/>
              <a:ext cx="182880" cy="182880"/>
            </a:xfrm>
            <a:prstGeom prst="ellipse">
              <a:avLst/>
            </a:prstGeom>
            <a:noFill/>
            <a:ln w="254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" name="Google Shape;46;p2"/>
          <p:cNvSpPr/>
          <p:nvPr/>
        </p:nvSpPr>
        <p:spPr>
          <a:xfrm rot="10800000">
            <a:off x="1013527" y="2043171"/>
            <a:ext cx="1014984" cy="2029968"/>
          </a:xfrm>
          <a:custGeom>
            <a:avLst/>
            <a:gdLst/>
            <a:ahLst/>
            <a:cxnLst/>
            <a:rect l="l" t="t" r="r" b="b"/>
            <a:pathLst>
              <a:path w="915648" h="1828800" extrusionOk="0">
                <a:moveTo>
                  <a:pt x="1248" y="0"/>
                </a:moveTo>
                <a:cubicBezTo>
                  <a:pt x="506257" y="0"/>
                  <a:pt x="915648" y="409391"/>
                  <a:pt x="915648" y="914400"/>
                </a:cubicBezTo>
                <a:cubicBezTo>
                  <a:pt x="915648" y="1419409"/>
                  <a:pt x="506257" y="1828800"/>
                  <a:pt x="1248" y="1828800"/>
                </a:cubicBezTo>
                <a:lnTo>
                  <a:pt x="0" y="1828737"/>
                </a:lnTo>
                <a:lnTo>
                  <a:pt x="0" y="63"/>
                </a:lnTo>
                <a:close/>
              </a:path>
            </a:pathLst>
          </a:custGeom>
          <a:solidFill>
            <a:srgbClr val="D4D0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7" name="Google Shape;47;p2"/>
          <p:cNvSpPr/>
          <p:nvPr/>
        </p:nvSpPr>
        <p:spPr>
          <a:xfrm rot="5400000">
            <a:off x="2028432" y="4821048"/>
            <a:ext cx="2029968" cy="2029968"/>
          </a:xfrm>
          <a:custGeom>
            <a:avLst/>
            <a:gdLst/>
            <a:ahLst/>
            <a:cxnLst/>
            <a:rect l="l" t="t" r="r" b="b"/>
            <a:pathLst>
              <a:path w="1828800" h="1828800" extrusionOk="0">
                <a:moveTo>
                  <a:pt x="0" y="0"/>
                </a:moveTo>
                <a:lnTo>
                  <a:pt x="18288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61942" y="888111"/>
            <a:ext cx="274320" cy="27432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0" y="4082178"/>
            <a:ext cx="2029968" cy="20299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50" name="Google Shape;5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2029016" y="2051944"/>
            <a:ext cx="2029968" cy="2029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078224"/>
            <a:ext cx="2029968" cy="20299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" name="Google Shape;52;p2"/>
          <p:cNvCxnSpPr/>
          <p:nvPr/>
        </p:nvCxnSpPr>
        <p:spPr>
          <a:xfrm>
            <a:off x="974376" y="989441"/>
            <a:ext cx="5867327" cy="5867206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3" name="Google Shape;53;p2"/>
          <p:cNvSpPr txBox="1">
            <a:spLocks noGrp="1"/>
          </p:cNvSpPr>
          <p:nvPr>
            <p:ph type="dt" idx="10"/>
          </p:nvPr>
        </p:nvSpPr>
        <p:spPr>
          <a:xfrm>
            <a:off x="7508027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240">
          <p15:clr>
            <a:srgbClr val="FBAE40"/>
          </p15:clr>
        </p15:guide>
        <p15:guide id="4" orient="horz" pos="2260">
          <p15:clr>
            <a:srgbClr val="FBAE40"/>
          </p15:clr>
        </p15:guide>
        <p15:guide id="5" pos="729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right">
  <p:cSld name="Title and content right">
    <p:bg>
      <p:bgPr>
        <a:solidFill>
          <a:schemeClr val="dk2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/>
          <p:nvPr/>
        </p:nvSpPr>
        <p:spPr>
          <a:xfrm flipH="1">
            <a:off x="0" y="2021358"/>
            <a:ext cx="2032942" cy="20299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6" name="Google Shape;56;p3"/>
          <p:cNvSpPr txBox="1">
            <a:spLocks noGrp="1"/>
          </p:cNvSpPr>
          <p:nvPr>
            <p:ph type="title"/>
          </p:nvPr>
        </p:nvSpPr>
        <p:spPr>
          <a:xfrm>
            <a:off x="4933950" y="898524"/>
            <a:ext cx="634365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  <a:defRPr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"/>
          <p:cNvSpPr txBox="1">
            <a:spLocks noGrp="1"/>
          </p:cNvSpPr>
          <p:nvPr>
            <p:ph type="body" idx="1"/>
          </p:nvPr>
        </p:nvSpPr>
        <p:spPr>
          <a:xfrm>
            <a:off x="4933949" y="2310817"/>
            <a:ext cx="64008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2029604" y="2031653"/>
            <a:ext cx="2029968" cy="2029968"/>
          </a:xfrm>
          <a:custGeom>
            <a:avLst/>
            <a:gdLst/>
            <a:ahLst/>
            <a:cxnLst/>
            <a:rect l="l" t="t" r="r" b="b"/>
            <a:pathLst>
              <a:path w="2029968" h="2029968" extrusionOk="0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2028253" y="4052815"/>
            <a:ext cx="2029968" cy="20299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60" name="Google Shape;60;p3" descr="A black and white striped pattern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33015" y="5086646"/>
            <a:ext cx="2019299" cy="999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-9867" y="-1076"/>
            <a:ext cx="2029968" cy="2029968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3"/>
          <p:cNvSpPr/>
          <p:nvPr/>
        </p:nvSpPr>
        <p:spPr>
          <a:xfrm>
            <a:off x="2029968" y="6045049"/>
            <a:ext cx="2029968" cy="81295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3" name="Google Shape;63;p3"/>
          <p:cNvSpPr/>
          <p:nvPr/>
        </p:nvSpPr>
        <p:spPr>
          <a:xfrm flipH="1">
            <a:off x="0" y="4828032"/>
            <a:ext cx="2032942" cy="202996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64" name="Google Shape;64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860" y="4828032"/>
            <a:ext cx="2029968" cy="20299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" name="Google Shape;65;p3"/>
          <p:cNvGrpSpPr/>
          <p:nvPr/>
        </p:nvGrpSpPr>
        <p:grpSpPr>
          <a:xfrm>
            <a:off x="100242" y="2099803"/>
            <a:ext cx="1920240" cy="1920240"/>
            <a:chOff x="5361924" y="7472790"/>
            <a:chExt cx="1828800" cy="1828800"/>
          </a:xfrm>
        </p:grpSpPr>
        <p:grpSp>
          <p:nvGrpSpPr>
            <p:cNvPr id="66" name="Google Shape;66;p3"/>
            <p:cNvGrpSpPr/>
            <p:nvPr/>
          </p:nvGrpSpPr>
          <p:grpSpPr>
            <a:xfrm>
              <a:off x="5361924" y="7472790"/>
              <a:ext cx="1828800" cy="1828800"/>
              <a:chOff x="5361924" y="7472790"/>
              <a:chExt cx="1828800" cy="1828800"/>
            </a:xfrm>
          </p:grpSpPr>
          <p:grpSp>
            <p:nvGrpSpPr>
              <p:cNvPr id="67" name="Google Shape;67;p3"/>
              <p:cNvGrpSpPr/>
              <p:nvPr/>
            </p:nvGrpSpPr>
            <p:grpSpPr>
              <a:xfrm>
                <a:off x="5361924" y="7472790"/>
                <a:ext cx="1828800" cy="1828800"/>
                <a:chOff x="5388428" y="7173291"/>
                <a:chExt cx="1828800" cy="1828800"/>
              </a:xfrm>
            </p:grpSpPr>
            <p:grpSp>
              <p:nvGrpSpPr>
                <p:cNvPr id="68" name="Google Shape;68;p3"/>
                <p:cNvGrpSpPr/>
                <p:nvPr/>
              </p:nvGrpSpPr>
              <p:grpSpPr>
                <a:xfrm>
                  <a:off x="5388428" y="7173291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69" name="Google Shape;69;p3"/>
                  <p:cNvGrpSpPr/>
                  <p:nvPr/>
                </p:nvGrpSpPr>
                <p:grpSpPr>
                  <a:xfrm>
                    <a:off x="5388428" y="7173291"/>
                    <a:ext cx="1828800" cy="1828800"/>
                    <a:chOff x="5579044" y="7049770"/>
                    <a:chExt cx="1828800" cy="1828800"/>
                  </a:xfrm>
                </p:grpSpPr>
                <p:grpSp>
                  <p:nvGrpSpPr>
                    <p:cNvPr id="70" name="Google Shape;70;p3"/>
                    <p:cNvGrpSpPr/>
                    <p:nvPr/>
                  </p:nvGrpSpPr>
                  <p:grpSpPr>
                    <a:xfrm>
                      <a:off x="5579044" y="7049770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71" name="Google Shape;71;p3"/>
                      <p:cNvGrpSpPr/>
                      <p:nvPr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72" name="Google Shape;72;p3"/>
                        <p:cNvGrpSpPr/>
                        <p:nvPr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sp>
                        <p:nvSpPr>
                          <p:cNvPr id="73" name="Google Shape;73;p3"/>
                          <p:cNvSpPr/>
                          <p:nvPr/>
                        </p:nvSpPr>
                        <p:spPr>
                          <a:xfrm>
                            <a:off x="5579044" y="7049770"/>
                            <a:ext cx="1828800" cy="1828800"/>
                          </a:xfrm>
                          <a:prstGeom prst="ellipse">
                            <a:avLst/>
                          </a:prstGeom>
                          <a:noFill/>
                          <a:ln w="25400" cap="flat" cmpd="sng">
                            <a:solidFill>
                              <a:schemeClr val="accent1"/>
                            </a:solidFill>
                            <a:prstDash val="solid"/>
                            <a:miter lim="800000"/>
                            <a:headEnd type="none" w="sm" len="sm"/>
                            <a:tailEnd type="none" w="sm" len="sm"/>
                          </a:ln>
                        </p:spPr>
                        <p:txBody>
                          <a:bodyPr spcFirstLastPara="1" wrap="square" lIns="91425" tIns="45700" rIns="91425" bIns="45700" anchor="ctr" anchorCtr="0">
                            <a:noAutofit/>
                          </a:bodyPr>
                          <a:lstStyle/>
                          <a:p>
                            <a:pPr marL="0" marR="0" lvl="0" indent="0" algn="ctr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lang="en-US" sz="1800" b="0" i="0" u="none" strike="noStrike" cap="none">
                                <a:solidFill>
                                  <a:schemeClr val="lt1"/>
                                </a:solidFill>
                                <a:latin typeface="Avenir"/>
                                <a:ea typeface="Avenir"/>
                                <a:cs typeface="Avenir"/>
                                <a:sym typeface="Avenir"/>
                              </a:rPr>
                              <a:t> </a:t>
                            </a:r>
                            <a:endParaRPr sz="1400" b="0" i="0" u="none" strike="noStrike" cap="non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endParaRPr>
                          </a:p>
                        </p:txBody>
                      </p:sp>
                      <p:sp>
                        <p:nvSpPr>
                          <p:cNvPr id="74" name="Google Shape;74;p3"/>
                          <p:cNvSpPr/>
                          <p:nvPr/>
                        </p:nvSpPr>
                        <p:spPr>
                          <a:xfrm>
                            <a:off x="5647624" y="7118350"/>
                            <a:ext cx="1691640" cy="1691640"/>
                          </a:xfrm>
                          <a:prstGeom prst="ellipse">
                            <a:avLst/>
                          </a:prstGeom>
                          <a:noFill/>
                          <a:ln w="25400" cap="flat" cmpd="sng">
                            <a:solidFill>
                              <a:schemeClr val="accent1"/>
                            </a:solidFill>
                            <a:prstDash val="solid"/>
                            <a:miter lim="800000"/>
                            <a:headEnd type="none" w="sm" len="sm"/>
                            <a:tailEnd type="none" w="sm" len="sm"/>
                          </a:ln>
                        </p:spPr>
                        <p:txBody>
                          <a:bodyPr spcFirstLastPara="1" wrap="square" lIns="91425" tIns="45700" rIns="91425" bIns="45700" anchor="ctr" anchorCtr="0">
                            <a:noAutofit/>
                          </a:bodyPr>
                          <a:lstStyle/>
                          <a:p>
                            <a:pPr marL="0" marR="0" lvl="0" indent="0" algn="ctr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lang="en-US" sz="1800" b="0" i="0" u="none" strike="noStrike" cap="none">
                                <a:solidFill>
                                  <a:schemeClr val="lt1"/>
                                </a:solidFill>
                                <a:latin typeface="Avenir"/>
                                <a:ea typeface="Avenir"/>
                                <a:cs typeface="Avenir"/>
                                <a:sym typeface="Avenir"/>
                              </a:rPr>
                              <a:t> </a:t>
                            </a:r>
                            <a:endParaRPr sz="1400" b="0" i="0" u="none" strike="noStrike" cap="non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endParaRPr>
                          </a:p>
                        </p:txBody>
                      </p:sp>
                    </p:grpSp>
                    <p:sp>
                      <p:nvSpPr>
                        <p:cNvPr id="75" name="Google Shape;75;p3"/>
                        <p:cNvSpPr/>
                        <p:nvPr/>
                      </p:nvSpPr>
                      <p:spPr>
                        <a:xfrm>
                          <a:off x="5716204" y="7186930"/>
                          <a:ext cx="1554480" cy="1554480"/>
                        </a:xfrm>
                        <a:prstGeom prst="ellipse">
                          <a:avLst/>
                        </a:prstGeom>
                        <a:noFill/>
                        <a:ln w="25400" cap="flat" cmpd="sng">
                          <a:solidFill>
                            <a:schemeClr val="accent1"/>
                          </a:solidFill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45700" rIns="91425" bIns="45700" anchor="ctr" anchorCtr="0">
                          <a:noAutofit/>
                        </a:bodyPr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lang="en-US" sz="1800" b="0" i="0" u="none" strike="noStrike" cap="none">
                              <a:solidFill>
                                <a:schemeClr val="lt1"/>
                              </a:solidFill>
                              <a:latin typeface="Avenir"/>
                              <a:ea typeface="Avenir"/>
                              <a:cs typeface="Avenir"/>
                              <a:sym typeface="Avenir"/>
                            </a:rPr>
                            <a:t> </a:t>
                          </a:r>
                          <a:endParaRPr sz="1400" b="0" i="0" u="none" strike="noStrike" cap="non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</p:grpSp>
                  <p:sp>
                    <p:nvSpPr>
                      <p:cNvPr id="76" name="Google Shape;76;p3"/>
                      <p:cNvSpPr/>
                      <p:nvPr/>
                    </p:nvSpPr>
                    <p:spPr>
                      <a:xfrm>
                        <a:off x="5784784" y="7255510"/>
                        <a:ext cx="1417320" cy="1417320"/>
                      </a:xfrm>
                      <a:prstGeom prst="ellipse">
                        <a:avLst/>
                      </a:prstGeom>
                      <a:noFill/>
                      <a:ln w="25400" cap="flat" cmpd="sng">
                        <a:solidFill>
                          <a:schemeClr val="accent1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800"/>
                          <a:buFont typeface="Arial"/>
                          <a:buNone/>
                        </a:pPr>
                        <a:r>
                          <a:rPr lang="en-US" sz="1800" b="0" i="0" u="none" strike="noStrike" cap="none">
                            <a:solidFill>
                              <a:schemeClr val="lt1"/>
                            </a:solidFill>
                            <a:latin typeface="Avenir"/>
                            <a:ea typeface="Avenir"/>
                            <a:cs typeface="Avenir"/>
                            <a:sym typeface="Avenir"/>
                          </a:rPr>
                          <a:t> </a:t>
                        </a:r>
                        <a:endPara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sp>
                  <p:nvSpPr>
                    <p:cNvPr id="77" name="Google Shape;77;p3"/>
                    <p:cNvSpPr/>
                    <p:nvPr/>
                  </p:nvSpPr>
                  <p:spPr>
                    <a:xfrm>
                      <a:off x="5853364" y="7324090"/>
                      <a:ext cx="1280160" cy="1280160"/>
                    </a:xfrm>
                    <a:prstGeom prst="ellipse">
                      <a:avLst/>
                    </a:prstGeom>
                    <a:noFill/>
                    <a:ln w="25400" cap="flat" cmpd="sng">
                      <a:solidFill>
                        <a:schemeClr val="accen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78" name="Google Shape;78;p3"/>
                  <p:cNvSpPr/>
                  <p:nvPr/>
                </p:nvSpPr>
                <p:spPr>
                  <a:xfrm>
                    <a:off x="5731328" y="7516191"/>
                    <a:ext cx="1143000" cy="1143000"/>
                  </a:xfrm>
                  <a:prstGeom prst="ellipse">
                    <a:avLst/>
                  </a:prstGeom>
                  <a:noFill/>
                  <a:ln w="25400" cap="flat" cmpd="sng">
                    <a:solidFill>
                      <a:schemeClr val="accent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lang="en-US" sz="1800" b="0" i="0" u="none" strike="noStrike" cap="non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rPr>
                      <a:t> </a:t>
                    </a:r>
                    <a:endPara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79" name="Google Shape;79;p3"/>
                <p:cNvSpPr/>
                <p:nvPr/>
              </p:nvSpPr>
              <p:spPr>
                <a:xfrm>
                  <a:off x="5799908" y="7584771"/>
                  <a:ext cx="1005840" cy="1005840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 strike="noStrike" cap="none">
                      <a:solidFill>
                        <a:schemeClr val="lt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0" name="Google Shape;80;p3"/>
              <p:cNvSpPr/>
              <p:nvPr/>
            </p:nvSpPr>
            <p:spPr>
              <a:xfrm>
                <a:off x="5841984" y="7952850"/>
                <a:ext cx="868680" cy="868680"/>
              </a:xfrm>
              <a:prstGeom prst="ellipse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chemeClr val="lt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5910564" y="8021430"/>
                <a:ext cx="731520" cy="731520"/>
              </a:xfrm>
              <a:prstGeom prst="ellipse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chemeClr val="lt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3"/>
              <p:cNvSpPr/>
              <p:nvPr/>
            </p:nvSpPr>
            <p:spPr>
              <a:xfrm>
                <a:off x="5979144" y="8090010"/>
                <a:ext cx="594360" cy="594360"/>
              </a:xfrm>
              <a:prstGeom prst="ellipse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chemeClr val="lt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3"/>
              <p:cNvSpPr/>
              <p:nvPr/>
            </p:nvSpPr>
            <p:spPr>
              <a:xfrm>
                <a:off x="6047724" y="8158590"/>
                <a:ext cx="457200" cy="457200"/>
              </a:xfrm>
              <a:prstGeom prst="ellipse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chemeClr val="lt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6116304" y="8227170"/>
                <a:ext cx="320040" cy="320040"/>
              </a:xfrm>
              <a:prstGeom prst="ellipse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chemeClr val="lt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5" name="Google Shape;85;p3"/>
            <p:cNvSpPr/>
            <p:nvPr/>
          </p:nvSpPr>
          <p:spPr>
            <a:xfrm>
              <a:off x="6184884" y="8295750"/>
              <a:ext cx="182880" cy="182880"/>
            </a:xfrm>
            <a:prstGeom prst="ellipse">
              <a:avLst/>
            </a:prstGeom>
            <a:noFill/>
            <a:ln w="254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" name="Google Shape;86;p3"/>
          <p:cNvSpPr/>
          <p:nvPr/>
        </p:nvSpPr>
        <p:spPr>
          <a:xfrm>
            <a:off x="0" y="4043197"/>
            <a:ext cx="2029968" cy="784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0" y="2021358"/>
            <a:ext cx="1014984" cy="2029968"/>
          </a:xfrm>
          <a:custGeom>
            <a:avLst/>
            <a:gdLst/>
            <a:ahLst/>
            <a:cxnLst/>
            <a:rect l="l" t="t" r="r" b="b"/>
            <a:pathLst>
              <a:path w="915648" h="1828800" extrusionOk="0">
                <a:moveTo>
                  <a:pt x="1248" y="0"/>
                </a:moveTo>
                <a:cubicBezTo>
                  <a:pt x="506257" y="0"/>
                  <a:pt x="915648" y="409391"/>
                  <a:pt x="915648" y="914400"/>
                </a:cubicBezTo>
                <a:cubicBezTo>
                  <a:pt x="915648" y="1419409"/>
                  <a:pt x="506257" y="1828800"/>
                  <a:pt x="1248" y="1828800"/>
                </a:cubicBezTo>
                <a:lnTo>
                  <a:pt x="0" y="1828737"/>
                </a:lnTo>
                <a:lnTo>
                  <a:pt x="0" y="63"/>
                </a:lnTo>
                <a:close/>
              </a:path>
            </a:pathLst>
          </a:custGeom>
          <a:solidFill>
            <a:srgbClr val="D4D0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88" name="Google Shape;88;p3"/>
          <p:cNvCxnSpPr/>
          <p:nvPr/>
        </p:nvCxnSpPr>
        <p:spPr>
          <a:xfrm>
            <a:off x="10632" y="-7753"/>
            <a:ext cx="4052352" cy="4040860"/>
          </a:xfrm>
          <a:prstGeom prst="straightConnector1">
            <a:avLst/>
          </a:prstGeom>
          <a:noFill/>
          <a:ln w="508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9" name="Google Shape;89;p3"/>
          <p:cNvSpPr/>
          <p:nvPr/>
        </p:nvSpPr>
        <p:spPr>
          <a:xfrm>
            <a:off x="3903349" y="3869829"/>
            <a:ext cx="274320" cy="2743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0" name="Google Shape;90;p3"/>
          <p:cNvSpPr txBox="1">
            <a:spLocks noGrp="1"/>
          </p:cNvSpPr>
          <p:nvPr>
            <p:ph type="dt" idx="10"/>
          </p:nvPr>
        </p:nvSpPr>
        <p:spPr>
          <a:xfrm>
            <a:off x="4937760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"/>
          <p:cNvSpPr txBox="1">
            <a:spLocks noGrp="1"/>
          </p:cNvSpPr>
          <p:nvPr>
            <p:ph type="ftr" idx="11"/>
          </p:nvPr>
        </p:nvSpPr>
        <p:spPr>
          <a:xfrm>
            <a:off x="7436167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"/>
          <p:cNvSpPr txBox="1">
            <a:spLocks noGrp="1"/>
          </p:cNvSpPr>
          <p:nvPr>
            <p:ph type="sldNum" idx="12"/>
          </p:nvPr>
        </p:nvSpPr>
        <p:spPr>
          <a:xfrm>
            <a:off x="1112329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>
          <p15:clr>
            <a:srgbClr val="FBAE40"/>
          </p15:clr>
        </p15:guide>
        <p15:guide id="2" pos="7104">
          <p15:clr>
            <a:srgbClr val="FBAE40"/>
          </p15:clr>
        </p15:guide>
        <p15:guide id="3" pos="739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dk2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"/>
          <p:cNvSpPr txBox="1">
            <a:spLocks noGrp="1"/>
          </p:cNvSpPr>
          <p:nvPr>
            <p:ph type="title"/>
          </p:nvPr>
        </p:nvSpPr>
        <p:spPr>
          <a:xfrm>
            <a:off x="914400" y="89611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  <a:defRPr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4"/>
          <p:cNvSpPr txBox="1">
            <a:spLocks noGrp="1"/>
          </p:cNvSpPr>
          <p:nvPr>
            <p:ph type="body" idx="1"/>
          </p:nvPr>
        </p:nvSpPr>
        <p:spPr>
          <a:xfrm>
            <a:off x="102108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4"/>
          <p:cNvSpPr/>
          <p:nvPr/>
        </p:nvSpPr>
        <p:spPr>
          <a:xfrm rot="10800000">
            <a:off x="11177016" y="0"/>
            <a:ext cx="1014984" cy="1014984"/>
          </a:xfrm>
          <a:custGeom>
            <a:avLst/>
            <a:gdLst/>
            <a:ahLst/>
            <a:cxnLst/>
            <a:rect l="l" t="t" r="r" b="b"/>
            <a:pathLst>
              <a:path w="2029968" h="2029968" extrusionOk="0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7" name="Google Shape;97;p4"/>
          <p:cNvSpPr txBox="1">
            <a:spLocks noGrp="1"/>
          </p:cNvSpPr>
          <p:nvPr>
            <p:ph type="dt" idx="10"/>
          </p:nvPr>
        </p:nvSpPr>
        <p:spPr>
          <a:xfrm>
            <a:off x="914400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4"/>
          <p:cNvSpPr txBox="1">
            <a:spLocks noGrp="1"/>
          </p:cNvSpPr>
          <p:nvPr>
            <p:ph type="ftr" idx="11"/>
          </p:nvPr>
        </p:nvSpPr>
        <p:spPr>
          <a:xfrm>
            <a:off x="5424488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"/>
          <p:cNvSpPr txBox="1">
            <a:spLocks noGrp="1"/>
          </p:cNvSpPr>
          <p:nvPr>
            <p:ph type="sldNum" idx="12"/>
          </p:nvPr>
        </p:nvSpPr>
        <p:spPr>
          <a:xfrm>
            <a:off x="1112329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with subtitle">
  <p:cSld name="Comparison with subtitle">
    <p:bg>
      <p:bgPr>
        <a:solidFill>
          <a:schemeClr val="dk2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>
            <a:spLocks noGrp="1"/>
          </p:cNvSpPr>
          <p:nvPr>
            <p:ph type="title"/>
          </p:nvPr>
        </p:nvSpPr>
        <p:spPr>
          <a:xfrm>
            <a:off x="914400" y="896112"/>
            <a:ext cx="912495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  <a:defRPr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6"/>
          <p:cNvSpPr txBox="1">
            <a:spLocks noGrp="1"/>
          </p:cNvSpPr>
          <p:nvPr>
            <p:ph type="body" idx="1"/>
          </p:nvPr>
        </p:nvSpPr>
        <p:spPr>
          <a:xfrm>
            <a:off x="914400" y="1595438"/>
            <a:ext cx="91249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6"/>
          <p:cNvSpPr txBox="1">
            <a:spLocks noGrp="1"/>
          </p:cNvSpPr>
          <p:nvPr>
            <p:ph type="body" idx="2"/>
          </p:nvPr>
        </p:nvSpPr>
        <p:spPr>
          <a:xfrm>
            <a:off x="914400" y="2354580"/>
            <a:ext cx="4297679" cy="455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 cap="none">
                <a:solidFill>
                  <a:schemeClr val="accent3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2" name="Google Shape;122;p6"/>
          <p:cNvSpPr txBox="1">
            <a:spLocks noGrp="1"/>
          </p:cNvSpPr>
          <p:nvPr>
            <p:ph type="body" idx="3"/>
          </p:nvPr>
        </p:nvSpPr>
        <p:spPr>
          <a:xfrm>
            <a:off x="914400" y="2990850"/>
            <a:ext cx="4297680" cy="3105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302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6"/>
          <p:cNvSpPr txBox="1">
            <a:spLocks noGrp="1"/>
          </p:cNvSpPr>
          <p:nvPr>
            <p:ph type="body" idx="4"/>
          </p:nvPr>
        </p:nvSpPr>
        <p:spPr>
          <a:xfrm>
            <a:off x="6373368" y="2352675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 cap="none">
                <a:solidFill>
                  <a:schemeClr val="accent3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4" name="Google Shape;124;p6"/>
          <p:cNvSpPr txBox="1">
            <a:spLocks noGrp="1"/>
          </p:cNvSpPr>
          <p:nvPr>
            <p:ph type="body" idx="5"/>
          </p:nvPr>
        </p:nvSpPr>
        <p:spPr>
          <a:xfrm>
            <a:off x="6372225" y="2990850"/>
            <a:ext cx="4297680" cy="3105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302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25" name="Google Shape;125;p6"/>
          <p:cNvGrpSpPr/>
          <p:nvPr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126" name="Google Shape;126;p6"/>
            <p:cNvSpPr/>
            <p:nvPr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8" name="Google Shape;128;p6"/>
            <p:cNvSpPr/>
            <p:nvPr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29" name="Google Shape;129;p6" descr="A black and white striped pattern&#10;&#10;Description automatically generated with low confidence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" name="Google Shape;130;p6"/>
            <p:cNvSpPr/>
            <p:nvPr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31" name="Google Shape;131;p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rot="-5400000">
              <a:off x="10880040" y="5394960"/>
              <a:ext cx="1828800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" name="Google Shape;132;p6"/>
            <p:cNvSpPr/>
            <p:nvPr/>
          </p:nvSpPr>
          <p:spPr>
            <a:xfrm>
              <a:off x="11250235" y="4949368"/>
              <a:ext cx="914400" cy="1828800"/>
            </a:xfrm>
            <a:custGeom>
              <a:avLst/>
              <a:gdLst/>
              <a:ahLst/>
              <a:cxnLst/>
              <a:rect l="l" t="t" r="r" b="b"/>
              <a:pathLst>
                <a:path w="915648" h="1828800" extrusionOk="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33" name="Google Shape;133;p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4" name="Google Shape;134;p6"/>
          <p:cNvSpPr txBox="1">
            <a:spLocks noGrp="1"/>
          </p:cNvSpPr>
          <p:nvPr>
            <p:ph type="dt" idx="10"/>
          </p:nvPr>
        </p:nvSpPr>
        <p:spPr>
          <a:xfrm>
            <a:off x="914400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6"/>
          <p:cNvSpPr txBox="1">
            <a:spLocks noGrp="1"/>
          </p:cNvSpPr>
          <p:nvPr>
            <p:ph type="ftr" idx="11"/>
          </p:nvPr>
        </p:nvSpPr>
        <p:spPr>
          <a:xfrm>
            <a:off x="5424487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6"/>
          <p:cNvSpPr txBox="1">
            <a:spLocks noGrp="1"/>
          </p:cNvSpPr>
          <p:nvPr>
            <p:ph type="sldNum" idx="12"/>
          </p:nvPr>
        </p:nvSpPr>
        <p:spPr>
          <a:xfrm>
            <a:off x="1112329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- 8 up">
  <p:cSld name="Team - 8 up">
    <p:bg>
      <p:bgPr>
        <a:solidFill>
          <a:schemeClr val="accent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>
            <a:spLocks noGrp="1"/>
          </p:cNvSpPr>
          <p:nvPr>
            <p:ph type="title"/>
          </p:nvPr>
        </p:nvSpPr>
        <p:spPr>
          <a:xfrm>
            <a:off x="914400" y="896112"/>
            <a:ext cx="1051560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venir"/>
              <a:buNone/>
              <a:defRPr cap="none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914400" y="1975104"/>
            <a:ext cx="2057400" cy="1371600"/>
          </a:xfrm>
          <a:prstGeom prst="rect">
            <a:avLst/>
          </a:prstGeom>
          <a:solidFill>
            <a:srgbClr val="EEDBBC"/>
          </a:solidFill>
          <a:ln>
            <a:noFill/>
          </a:ln>
        </p:spPr>
      </p:sp>
      <p:sp>
        <p:nvSpPr>
          <p:cNvPr id="140" name="Google Shape;140;p7"/>
          <p:cNvSpPr txBox="1">
            <a:spLocks noGrp="1"/>
          </p:cNvSpPr>
          <p:nvPr>
            <p:ph type="body" idx="1"/>
          </p:nvPr>
        </p:nvSpPr>
        <p:spPr>
          <a:xfrm>
            <a:off x="838200" y="347472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7"/>
          <p:cNvSpPr txBox="1">
            <a:spLocks noGrp="1"/>
          </p:cNvSpPr>
          <p:nvPr>
            <p:ph type="body" idx="3"/>
          </p:nvPr>
        </p:nvSpPr>
        <p:spPr>
          <a:xfrm>
            <a:off x="838200" y="370332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7"/>
          <p:cNvSpPr>
            <a:spLocks noGrp="1"/>
          </p:cNvSpPr>
          <p:nvPr>
            <p:ph type="pic" idx="4"/>
          </p:nvPr>
        </p:nvSpPr>
        <p:spPr>
          <a:xfrm>
            <a:off x="3682999" y="1975104"/>
            <a:ext cx="2057400" cy="1371600"/>
          </a:xfrm>
          <a:prstGeom prst="rect">
            <a:avLst/>
          </a:prstGeom>
          <a:solidFill>
            <a:srgbClr val="EEDBBC"/>
          </a:solidFill>
          <a:ln>
            <a:noFill/>
          </a:ln>
        </p:spPr>
      </p:sp>
      <p:sp>
        <p:nvSpPr>
          <p:cNvPr id="143" name="Google Shape;143;p7"/>
          <p:cNvSpPr txBox="1">
            <a:spLocks noGrp="1"/>
          </p:cNvSpPr>
          <p:nvPr>
            <p:ph type="body" idx="5"/>
          </p:nvPr>
        </p:nvSpPr>
        <p:spPr>
          <a:xfrm>
            <a:off x="3608832" y="347472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7"/>
          <p:cNvSpPr txBox="1">
            <a:spLocks noGrp="1"/>
          </p:cNvSpPr>
          <p:nvPr>
            <p:ph type="body" idx="6"/>
          </p:nvPr>
        </p:nvSpPr>
        <p:spPr>
          <a:xfrm>
            <a:off x="3608832" y="370332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7"/>
          <p:cNvSpPr>
            <a:spLocks noGrp="1"/>
          </p:cNvSpPr>
          <p:nvPr>
            <p:ph type="pic" idx="7"/>
          </p:nvPr>
        </p:nvSpPr>
        <p:spPr>
          <a:xfrm>
            <a:off x="6451598" y="1975104"/>
            <a:ext cx="2057400" cy="1371600"/>
          </a:xfrm>
          <a:prstGeom prst="rect">
            <a:avLst/>
          </a:prstGeom>
          <a:solidFill>
            <a:srgbClr val="EEDBBC"/>
          </a:solidFill>
          <a:ln>
            <a:noFill/>
          </a:ln>
        </p:spPr>
      </p:sp>
      <p:sp>
        <p:nvSpPr>
          <p:cNvPr id="146" name="Google Shape;146;p7"/>
          <p:cNvSpPr txBox="1">
            <a:spLocks noGrp="1"/>
          </p:cNvSpPr>
          <p:nvPr>
            <p:ph type="body" idx="8"/>
          </p:nvPr>
        </p:nvSpPr>
        <p:spPr>
          <a:xfrm>
            <a:off x="6379464" y="347472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7"/>
          <p:cNvSpPr txBox="1">
            <a:spLocks noGrp="1"/>
          </p:cNvSpPr>
          <p:nvPr>
            <p:ph type="body" idx="9"/>
          </p:nvPr>
        </p:nvSpPr>
        <p:spPr>
          <a:xfrm>
            <a:off x="6379464" y="370332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7"/>
          <p:cNvSpPr>
            <a:spLocks noGrp="1"/>
          </p:cNvSpPr>
          <p:nvPr>
            <p:ph type="pic" idx="13"/>
          </p:nvPr>
        </p:nvSpPr>
        <p:spPr>
          <a:xfrm>
            <a:off x="9220198" y="1975104"/>
            <a:ext cx="2057400" cy="1371600"/>
          </a:xfrm>
          <a:prstGeom prst="rect">
            <a:avLst/>
          </a:prstGeom>
          <a:solidFill>
            <a:srgbClr val="EEDBBC"/>
          </a:solidFill>
          <a:ln>
            <a:noFill/>
          </a:ln>
        </p:spPr>
      </p:sp>
      <p:sp>
        <p:nvSpPr>
          <p:cNvPr id="149" name="Google Shape;149;p7"/>
          <p:cNvSpPr txBox="1">
            <a:spLocks noGrp="1"/>
          </p:cNvSpPr>
          <p:nvPr>
            <p:ph type="body" idx="14"/>
          </p:nvPr>
        </p:nvSpPr>
        <p:spPr>
          <a:xfrm>
            <a:off x="9140952" y="347472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7"/>
          <p:cNvSpPr txBox="1">
            <a:spLocks noGrp="1"/>
          </p:cNvSpPr>
          <p:nvPr>
            <p:ph type="body" idx="15"/>
          </p:nvPr>
        </p:nvSpPr>
        <p:spPr>
          <a:xfrm>
            <a:off x="9140952" y="370332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7"/>
          <p:cNvSpPr>
            <a:spLocks noGrp="1"/>
          </p:cNvSpPr>
          <p:nvPr>
            <p:ph type="pic" idx="16"/>
          </p:nvPr>
        </p:nvSpPr>
        <p:spPr>
          <a:xfrm>
            <a:off x="914400" y="4160520"/>
            <a:ext cx="2057400" cy="1371600"/>
          </a:xfrm>
          <a:prstGeom prst="rect">
            <a:avLst/>
          </a:prstGeom>
          <a:solidFill>
            <a:srgbClr val="EEDBBC"/>
          </a:solidFill>
          <a:ln>
            <a:noFill/>
          </a:ln>
        </p:spPr>
      </p:sp>
      <p:sp>
        <p:nvSpPr>
          <p:cNvPr id="152" name="Google Shape;152;p7"/>
          <p:cNvSpPr txBox="1">
            <a:spLocks noGrp="1"/>
          </p:cNvSpPr>
          <p:nvPr>
            <p:ph type="body" idx="17"/>
          </p:nvPr>
        </p:nvSpPr>
        <p:spPr>
          <a:xfrm>
            <a:off x="838200" y="566928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7"/>
          <p:cNvSpPr txBox="1">
            <a:spLocks noGrp="1"/>
          </p:cNvSpPr>
          <p:nvPr>
            <p:ph type="body" idx="18"/>
          </p:nvPr>
        </p:nvSpPr>
        <p:spPr>
          <a:xfrm>
            <a:off x="838200" y="5907024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7"/>
          <p:cNvSpPr>
            <a:spLocks noGrp="1"/>
          </p:cNvSpPr>
          <p:nvPr>
            <p:ph type="pic" idx="19"/>
          </p:nvPr>
        </p:nvSpPr>
        <p:spPr>
          <a:xfrm>
            <a:off x="3685032" y="4160520"/>
            <a:ext cx="2057400" cy="1371600"/>
          </a:xfrm>
          <a:prstGeom prst="rect">
            <a:avLst/>
          </a:prstGeom>
          <a:solidFill>
            <a:srgbClr val="EEDBBC"/>
          </a:solidFill>
          <a:ln>
            <a:noFill/>
          </a:ln>
        </p:spPr>
      </p:sp>
      <p:sp>
        <p:nvSpPr>
          <p:cNvPr id="155" name="Google Shape;155;p7"/>
          <p:cNvSpPr txBox="1">
            <a:spLocks noGrp="1"/>
          </p:cNvSpPr>
          <p:nvPr>
            <p:ph type="body" idx="20"/>
          </p:nvPr>
        </p:nvSpPr>
        <p:spPr>
          <a:xfrm>
            <a:off x="3608832" y="566928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7"/>
          <p:cNvSpPr txBox="1">
            <a:spLocks noGrp="1"/>
          </p:cNvSpPr>
          <p:nvPr>
            <p:ph type="body" idx="21"/>
          </p:nvPr>
        </p:nvSpPr>
        <p:spPr>
          <a:xfrm>
            <a:off x="3608832" y="5907024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7"/>
          <p:cNvSpPr>
            <a:spLocks noGrp="1"/>
          </p:cNvSpPr>
          <p:nvPr>
            <p:ph type="pic" idx="22"/>
          </p:nvPr>
        </p:nvSpPr>
        <p:spPr>
          <a:xfrm>
            <a:off x="6455664" y="4160520"/>
            <a:ext cx="2057400" cy="1371600"/>
          </a:xfrm>
          <a:prstGeom prst="rect">
            <a:avLst/>
          </a:prstGeom>
          <a:solidFill>
            <a:srgbClr val="EEDBBC"/>
          </a:solidFill>
          <a:ln>
            <a:noFill/>
          </a:ln>
        </p:spPr>
      </p:sp>
      <p:sp>
        <p:nvSpPr>
          <p:cNvPr id="158" name="Google Shape;158;p7"/>
          <p:cNvSpPr txBox="1">
            <a:spLocks noGrp="1"/>
          </p:cNvSpPr>
          <p:nvPr>
            <p:ph type="body" idx="23"/>
          </p:nvPr>
        </p:nvSpPr>
        <p:spPr>
          <a:xfrm>
            <a:off x="6379464" y="566928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7"/>
          <p:cNvSpPr txBox="1">
            <a:spLocks noGrp="1"/>
          </p:cNvSpPr>
          <p:nvPr>
            <p:ph type="body" idx="24"/>
          </p:nvPr>
        </p:nvSpPr>
        <p:spPr>
          <a:xfrm>
            <a:off x="6379464" y="5907024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7"/>
          <p:cNvSpPr>
            <a:spLocks noGrp="1"/>
          </p:cNvSpPr>
          <p:nvPr>
            <p:ph type="pic" idx="25"/>
          </p:nvPr>
        </p:nvSpPr>
        <p:spPr>
          <a:xfrm>
            <a:off x="9217152" y="4160520"/>
            <a:ext cx="2057400" cy="1371600"/>
          </a:xfrm>
          <a:prstGeom prst="rect">
            <a:avLst/>
          </a:prstGeom>
          <a:solidFill>
            <a:srgbClr val="EEDBBC"/>
          </a:solidFill>
          <a:ln>
            <a:noFill/>
          </a:ln>
        </p:spPr>
      </p:sp>
      <p:sp>
        <p:nvSpPr>
          <p:cNvPr id="161" name="Google Shape;161;p7"/>
          <p:cNvSpPr txBox="1">
            <a:spLocks noGrp="1"/>
          </p:cNvSpPr>
          <p:nvPr>
            <p:ph type="body" idx="26"/>
          </p:nvPr>
        </p:nvSpPr>
        <p:spPr>
          <a:xfrm>
            <a:off x="9140952" y="566928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p7"/>
          <p:cNvSpPr txBox="1">
            <a:spLocks noGrp="1"/>
          </p:cNvSpPr>
          <p:nvPr>
            <p:ph type="body" idx="27"/>
          </p:nvPr>
        </p:nvSpPr>
        <p:spPr>
          <a:xfrm>
            <a:off x="9140952" y="5907024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63" name="Google Shape;163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10162032" y="1"/>
            <a:ext cx="2029968" cy="2029968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7"/>
          <p:cNvSpPr txBox="1">
            <a:spLocks noGrp="1"/>
          </p:cNvSpPr>
          <p:nvPr>
            <p:ph type="dt" idx="10"/>
          </p:nvPr>
        </p:nvSpPr>
        <p:spPr>
          <a:xfrm>
            <a:off x="914400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7"/>
          <p:cNvSpPr txBox="1">
            <a:spLocks noGrp="1"/>
          </p:cNvSpPr>
          <p:nvPr>
            <p:ph type="ftr" idx="11"/>
          </p:nvPr>
        </p:nvSpPr>
        <p:spPr>
          <a:xfrm>
            <a:off x="5744527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7"/>
          <p:cNvSpPr txBox="1">
            <a:spLocks noGrp="1"/>
          </p:cNvSpPr>
          <p:nvPr>
            <p:ph type="sldNum" idx="12"/>
          </p:nvPr>
        </p:nvSpPr>
        <p:spPr>
          <a:xfrm>
            <a:off x="1112329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nding">
  <p:cSld name="Funding">
    <p:bg>
      <p:bgPr>
        <a:solidFill>
          <a:schemeClr val="accent2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"/>
          <p:cNvSpPr txBox="1">
            <a:spLocks noGrp="1"/>
          </p:cNvSpPr>
          <p:nvPr>
            <p:ph type="title"/>
          </p:nvPr>
        </p:nvSpPr>
        <p:spPr>
          <a:xfrm>
            <a:off x="914400" y="896112"/>
            <a:ext cx="10058400" cy="69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venir"/>
              <a:buNone/>
              <a:defRPr cap="none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69" name="Google Shape;169;p8"/>
          <p:cNvGrpSpPr/>
          <p:nvPr/>
        </p:nvGrpSpPr>
        <p:grpSpPr>
          <a:xfrm>
            <a:off x="11173968" y="0"/>
            <a:ext cx="1018032" cy="6862761"/>
            <a:chOff x="11173968" y="0"/>
            <a:chExt cx="1018032" cy="6862761"/>
          </a:xfrm>
        </p:grpSpPr>
        <p:sp>
          <p:nvSpPr>
            <p:cNvPr id="170" name="Google Shape;170;p8"/>
            <p:cNvSpPr/>
            <p:nvPr/>
          </p:nvSpPr>
          <p:spPr>
            <a:xfrm>
              <a:off x="11177016" y="4858514"/>
              <a:ext cx="1014984" cy="200424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11177016" y="2838061"/>
              <a:ext cx="1014984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11177016" y="0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73" name="Google Shape;173;p8" descr="A black and white striped pattern&#10;&#10;Description automatically generated with low confidence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5400000">
              <a:off x="10718200" y="557719"/>
              <a:ext cx="1828800" cy="9051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" name="Google Shape;174;p8"/>
            <p:cNvSpPr/>
            <p:nvPr/>
          </p:nvSpPr>
          <p:spPr>
            <a:xfrm>
              <a:off x="11177016" y="2026941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5" name="Google Shape;175;p8"/>
            <p:cNvSpPr/>
            <p:nvPr/>
          </p:nvSpPr>
          <p:spPr>
            <a:xfrm rot="10800000">
              <a:off x="11277600" y="2954014"/>
              <a:ext cx="914400" cy="1828800"/>
            </a:xfrm>
            <a:custGeom>
              <a:avLst/>
              <a:gdLst/>
              <a:ahLst/>
              <a:cxnLst/>
              <a:rect l="l" t="t" r="r" b="b"/>
              <a:pathLst>
                <a:path w="915648" h="1828800" extrusionOk="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D4D0D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76" name="Google Shape;176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rot="5400000">
              <a:off x="10716768" y="5418805"/>
              <a:ext cx="1828800" cy="914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7" name="Google Shape;177;p8"/>
          <p:cNvSpPr txBox="1">
            <a:spLocks noGrp="1"/>
          </p:cNvSpPr>
          <p:nvPr>
            <p:ph type="body" idx="1"/>
          </p:nvPr>
        </p:nvSpPr>
        <p:spPr>
          <a:xfrm>
            <a:off x="2678424" y="2107851"/>
            <a:ext cx="1530196" cy="394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p8"/>
          <p:cNvSpPr txBox="1">
            <a:spLocks noGrp="1"/>
          </p:cNvSpPr>
          <p:nvPr>
            <p:ph type="body" idx="2"/>
          </p:nvPr>
        </p:nvSpPr>
        <p:spPr>
          <a:xfrm>
            <a:off x="2052902" y="2559632"/>
            <a:ext cx="2070325" cy="38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8"/>
          <p:cNvSpPr txBox="1">
            <a:spLocks noGrp="1"/>
          </p:cNvSpPr>
          <p:nvPr>
            <p:ph type="body" idx="3"/>
          </p:nvPr>
        </p:nvSpPr>
        <p:spPr>
          <a:xfrm>
            <a:off x="1878637" y="2848394"/>
            <a:ext cx="2074739" cy="509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8"/>
          <p:cNvSpPr txBox="1">
            <a:spLocks noGrp="1"/>
          </p:cNvSpPr>
          <p:nvPr>
            <p:ph type="body" idx="4"/>
          </p:nvPr>
        </p:nvSpPr>
        <p:spPr>
          <a:xfrm>
            <a:off x="7060242" y="1685195"/>
            <a:ext cx="1050925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8"/>
          <p:cNvSpPr txBox="1">
            <a:spLocks noGrp="1"/>
          </p:cNvSpPr>
          <p:nvPr>
            <p:ph type="body" idx="5"/>
          </p:nvPr>
        </p:nvSpPr>
        <p:spPr>
          <a:xfrm>
            <a:off x="7667063" y="2203470"/>
            <a:ext cx="1680922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2" name="Google Shape;182;p8"/>
          <p:cNvSpPr txBox="1">
            <a:spLocks noGrp="1"/>
          </p:cNvSpPr>
          <p:nvPr>
            <p:ph type="body" idx="6"/>
          </p:nvPr>
        </p:nvSpPr>
        <p:spPr>
          <a:xfrm>
            <a:off x="7662713" y="2512081"/>
            <a:ext cx="1957767" cy="569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3" name="Google Shape;183;p8"/>
          <p:cNvSpPr txBox="1">
            <a:spLocks noGrp="1"/>
          </p:cNvSpPr>
          <p:nvPr>
            <p:ph type="body" idx="7"/>
          </p:nvPr>
        </p:nvSpPr>
        <p:spPr>
          <a:xfrm>
            <a:off x="1996818" y="4181199"/>
            <a:ext cx="1050925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8"/>
          <p:cNvSpPr txBox="1">
            <a:spLocks noGrp="1"/>
          </p:cNvSpPr>
          <p:nvPr>
            <p:ph type="body" idx="8"/>
          </p:nvPr>
        </p:nvSpPr>
        <p:spPr>
          <a:xfrm>
            <a:off x="1810730" y="4727342"/>
            <a:ext cx="1857095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5" name="Google Shape;185;p8"/>
          <p:cNvSpPr txBox="1">
            <a:spLocks noGrp="1"/>
          </p:cNvSpPr>
          <p:nvPr>
            <p:ph type="body" idx="9"/>
          </p:nvPr>
        </p:nvSpPr>
        <p:spPr>
          <a:xfrm>
            <a:off x="1308100" y="5052157"/>
            <a:ext cx="2350537" cy="875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6" name="Google Shape;186;p8"/>
          <p:cNvSpPr txBox="1">
            <a:spLocks noGrp="1"/>
          </p:cNvSpPr>
          <p:nvPr>
            <p:ph type="body" idx="13"/>
          </p:nvPr>
        </p:nvSpPr>
        <p:spPr>
          <a:xfrm>
            <a:off x="3883025" y="2093472"/>
            <a:ext cx="3908425" cy="3888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8"/>
          <p:cNvSpPr txBox="1">
            <a:spLocks noGrp="1"/>
          </p:cNvSpPr>
          <p:nvPr>
            <p:ph type="body" idx="14"/>
          </p:nvPr>
        </p:nvSpPr>
        <p:spPr>
          <a:xfrm>
            <a:off x="8493650" y="5089231"/>
            <a:ext cx="1050925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8" name="Google Shape;188;p8"/>
          <p:cNvSpPr txBox="1">
            <a:spLocks noGrp="1"/>
          </p:cNvSpPr>
          <p:nvPr>
            <p:ph type="body" idx="15"/>
          </p:nvPr>
        </p:nvSpPr>
        <p:spPr>
          <a:xfrm>
            <a:off x="8544683" y="5490771"/>
            <a:ext cx="151371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8"/>
          <p:cNvSpPr txBox="1">
            <a:spLocks noGrp="1"/>
          </p:cNvSpPr>
          <p:nvPr>
            <p:ph type="body" idx="16"/>
          </p:nvPr>
        </p:nvSpPr>
        <p:spPr>
          <a:xfrm>
            <a:off x="8541799" y="5792787"/>
            <a:ext cx="1783301" cy="447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0" name="Google Shape;190;p8"/>
          <p:cNvSpPr txBox="1">
            <a:spLocks noGrp="1"/>
          </p:cNvSpPr>
          <p:nvPr>
            <p:ph type="dt" idx="10"/>
          </p:nvPr>
        </p:nvSpPr>
        <p:spPr>
          <a:xfrm>
            <a:off x="914400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8"/>
          <p:cNvSpPr txBox="1">
            <a:spLocks noGrp="1"/>
          </p:cNvSpPr>
          <p:nvPr>
            <p:ph type="ftr" idx="11"/>
          </p:nvPr>
        </p:nvSpPr>
        <p:spPr>
          <a:xfrm>
            <a:off x="5744527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8"/>
          <p:cNvSpPr txBox="1">
            <a:spLocks noGrp="1"/>
          </p:cNvSpPr>
          <p:nvPr>
            <p:ph type="sldNum" idx="12"/>
          </p:nvPr>
        </p:nvSpPr>
        <p:spPr>
          <a:xfrm>
            <a:off x="1112329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  <a:defRPr sz="44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76">
          <p15:clr>
            <a:srgbClr val="5ACBF0"/>
          </p15:clr>
        </p15:guide>
        <p15:guide id="2" pos="1920">
          <p15:clr>
            <a:srgbClr val="F26B43"/>
          </p15:clr>
        </p15:guide>
        <p15:guide id="3" pos="5760">
          <p15:clr>
            <a:srgbClr val="F26B43"/>
          </p15:clr>
        </p15:guide>
        <p15:guide id="4" orient="horz" pos="2160">
          <p15:clr>
            <a:srgbClr val="F26B43"/>
          </p15:clr>
        </p15:guide>
        <p15:guide id="5" pos="1272">
          <p15:clr>
            <a:srgbClr val="9FCC3B"/>
          </p15:clr>
        </p15:guide>
        <p15:guide id="6" pos="2544">
          <p15:clr>
            <a:srgbClr val="9FCC3B"/>
          </p15:clr>
        </p15:guide>
        <p15:guide id="7" pos="5112">
          <p15:clr>
            <a:srgbClr val="9FCC3B"/>
          </p15:clr>
        </p15:guide>
        <p15:guide id="8" pos="6408">
          <p15:clr>
            <a:srgbClr val="9FCC3B"/>
          </p15:clr>
        </p15:guide>
        <p15:guide id="9" pos="3940">
          <p15:clr>
            <a:srgbClr val="F26B43"/>
          </p15:clr>
        </p15:guide>
        <p15:guide id="10" pos="7104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www.netacad.com/resources/lab-downloads?courseLang=en-US" TargetMode="Externa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www.wireshark.org/download.html" TargetMode="Externa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"/>
          <p:cNvSpPr txBox="1">
            <a:spLocks noGrp="1"/>
          </p:cNvSpPr>
          <p:nvPr>
            <p:ph type="ctrTitle"/>
          </p:nvPr>
        </p:nvSpPr>
        <p:spPr>
          <a:xfrm>
            <a:off x="-1" y="1122363"/>
            <a:ext cx="12086897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Lato"/>
              <a:buNone/>
            </a:pPr>
            <a:r>
              <a:rPr lang="en-US" sz="4800" b="0" i="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CS 1330-Introduction to Networks</a:t>
            </a:r>
            <a:endParaRPr sz="5400" dirty="0">
              <a:solidFill>
                <a:schemeClr val="lt1"/>
              </a:solidFill>
            </a:endParaRPr>
          </a:p>
        </p:txBody>
      </p:sp>
      <p:sp>
        <p:nvSpPr>
          <p:cNvPr id="198" name="Google Shape;198;p9"/>
          <p:cNvSpPr txBox="1">
            <a:spLocks noGrp="1"/>
          </p:cNvSpPr>
          <p:nvPr>
            <p:ph type="subTitle" idx="1"/>
          </p:nvPr>
        </p:nvSpPr>
        <p:spPr>
          <a:xfrm>
            <a:off x="6080759" y="3602038"/>
            <a:ext cx="54864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en-US"/>
              <a:t>David Li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 txBox="1">
            <a:spLocks noGrp="1"/>
          </p:cNvSpPr>
          <p:nvPr>
            <p:ph type="title"/>
          </p:nvPr>
        </p:nvSpPr>
        <p:spPr>
          <a:xfrm>
            <a:off x="4933950" y="898524"/>
            <a:ext cx="634365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Physical Layer</a:t>
            </a:r>
            <a:endParaRPr dirty="0"/>
          </a:p>
        </p:txBody>
      </p:sp>
      <p:sp>
        <p:nvSpPr>
          <p:cNvPr id="204" name="Google Shape;204;p10"/>
          <p:cNvSpPr txBox="1">
            <a:spLocks noGrp="1"/>
          </p:cNvSpPr>
          <p:nvPr>
            <p:ph type="body" idx="1"/>
          </p:nvPr>
        </p:nvSpPr>
        <p:spPr>
          <a:xfrm>
            <a:off x="3951890" y="2310817"/>
            <a:ext cx="7819696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000" dirty="0">
                <a:solidFill>
                  <a:schemeClr val="accent2"/>
                </a:solidFill>
              </a:rPr>
              <a:t>Transports bits across the network media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000" dirty="0">
                <a:solidFill>
                  <a:schemeClr val="accent2"/>
                </a:solidFill>
              </a:rPr>
              <a:t>Accepts a complete frame from the Data Link Layer and encodes it as a series of signals that are transmitted to the local media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000" dirty="0">
                <a:solidFill>
                  <a:schemeClr val="accent2"/>
                </a:solidFill>
              </a:rPr>
              <a:t>This is the last step in the encapsulation process.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000" dirty="0">
                <a:solidFill>
                  <a:schemeClr val="accent2"/>
                </a:solidFill>
              </a:rPr>
              <a:t>The next device in the path to the destination receives the bits and re-encapsulates the frame, then decides what to do with it.</a:t>
            </a:r>
          </a:p>
          <a:p>
            <a:pPr marL="0" lvl="0" indent="0" algn="l" rtl="0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</p:txBody>
      </p:sp>
      <p:sp>
        <p:nvSpPr>
          <p:cNvPr id="205" name="Google Shape;205;p10"/>
          <p:cNvSpPr txBox="1">
            <a:spLocks noGrp="1"/>
          </p:cNvSpPr>
          <p:nvPr>
            <p:ph type="dt" idx="10"/>
          </p:nvPr>
        </p:nvSpPr>
        <p:spPr>
          <a:xfrm>
            <a:off x="4937760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2024</a:t>
            </a:r>
            <a:endParaRPr/>
          </a:p>
        </p:txBody>
      </p:sp>
      <p:sp>
        <p:nvSpPr>
          <p:cNvPr id="206" name="Google Shape;206;p10"/>
          <p:cNvSpPr txBox="1">
            <a:spLocks noGrp="1"/>
          </p:cNvSpPr>
          <p:nvPr>
            <p:ph type="ftr" idx="11"/>
          </p:nvPr>
        </p:nvSpPr>
        <p:spPr>
          <a:xfrm>
            <a:off x="7436167" y="6350000"/>
            <a:ext cx="27053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07" name="Google Shape;207;p10"/>
          <p:cNvSpPr txBox="1">
            <a:spLocks noGrp="1"/>
          </p:cNvSpPr>
          <p:nvPr>
            <p:ph type="sldNum" idx="12"/>
          </p:nvPr>
        </p:nvSpPr>
        <p:spPr>
          <a:xfrm>
            <a:off x="1112329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1E749-AF9A-F6DB-9E5B-6F86DBE04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02861-C44D-4329-E35E-C444857AF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228600"/>
            <a:r>
              <a:rPr lang="en-US" sz="2800" dirty="0"/>
              <a:t>The Physical Layer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200FB-7D86-5FC1-6860-EE8C1F08C2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5" name="Google Shape;231;p13">
            <a:extLst>
              <a:ext uri="{FF2B5EF4-FFF2-40B4-BE49-F238E27FC236}">
                <a16:creationId xmlns:a16="http://schemas.microsoft.com/office/drawing/2014/main" id="{DFD8446A-2D06-46C0-91B2-0C616F2BC84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24488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CS1330 Introduction to networks</a:t>
            </a:r>
            <a:endParaRPr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D286B8F-946E-8F3A-90EC-00CDF56441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585905-944E-0C34-B785-5785D2D3A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173" y="1922491"/>
            <a:ext cx="6586053" cy="388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618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02F92-2F1D-F038-4824-332208972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C479-10A3-13CB-C47E-D2D5A38BE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228600"/>
            <a:r>
              <a:rPr lang="en-US" sz="2800" dirty="0"/>
              <a:t>Physical Layer Standards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D27591-2FE8-D334-6190-1630610853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5" name="Google Shape;231;p13">
            <a:extLst>
              <a:ext uri="{FF2B5EF4-FFF2-40B4-BE49-F238E27FC236}">
                <a16:creationId xmlns:a16="http://schemas.microsoft.com/office/drawing/2014/main" id="{72072228-4B23-6F68-0BD6-82431FC8881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24488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CS1330 Introduction to networks</a:t>
            </a:r>
            <a:endParaRPr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1C1F5A-D165-183F-CBCD-FD57B1B4AD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6" name="Content Placeholder 7">
            <a:extLst>
              <a:ext uri="{FF2B5EF4-FFF2-40B4-BE49-F238E27FC236}">
                <a16:creationId xmlns:a16="http://schemas.microsoft.com/office/drawing/2014/main" id="{C6122601-707C-AE4A-FAF0-12D3DAA014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7676" y="1825625"/>
            <a:ext cx="7138311" cy="403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003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4CC75-914E-7AC4-871C-A755BB17E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A8647-91DD-38CF-B3C7-61D2F30F0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228600"/>
            <a:r>
              <a:rPr lang="en-US" sz="2800" dirty="0"/>
              <a:t>Physical Components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2FE7A-38C0-AE96-DE13-A40A4D6077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5" name="Google Shape;231;p13">
            <a:extLst>
              <a:ext uri="{FF2B5EF4-FFF2-40B4-BE49-F238E27FC236}">
                <a16:creationId xmlns:a16="http://schemas.microsoft.com/office/drawing/2014/main" id="{9411239A-8D3E-C70E-C3AF-67281158BC8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24488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CS1330 Introduction to networks</a:t>
            </a:r>
            <a:endParaRPr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96277BB-C3E6-6AB3-6470-FB5F75D5C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8EFFC38-BBB3-7D48-0D24-B99F48456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buFont typeface="Wingdings" pitchFamily="2" charset="2"/>
              <a:buChar char="q"/>
            </a:pPr>
            <a:r>
              <a:rPr lang="en-US" sz="3200" dirty="0">
                <a:solidFill>
                  <a:schemeClr val="accent2"/>
                </a:solidFill>
              </a:rPr>
              <a:t>The Physical Components are the hardware devices, media, and other connectors that transmit the signals that represent the bits.</a:t>
            </a:r>
          </a:p>
          <a:p>
            <a:pPr marL="514350" indent="-285750">
              <a:buFont typeface="Wingdings" pitchFamily="2" charset="2"/>
              <a:buChar char="q"/>
            </a:pPr>
            <a:r>
              <a:rPr lang="en-US" sz="3200" dirty="0">
                <a:solidFill>
                  <a:schemeClr val="accent2"/>
                </a:solidFill>
              </a:rPr>
              <a:t>Hardware components like NICs, interfaces and connectors, cable materials, and cable designs are all specified in standards associated with the physical layer.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061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620B2-35B6-1FCD-F6AD-2052EA1F0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82ED-1C09-9CC7-13DE-9A5E5065D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228600"/>
            <a:r>
              <a:rPr lang="en-US" sz="2800" dirty="0"/>
              <a:t>Bandwidth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8124EF-D235-FDC3-39BD-679190DA00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5" name="Google Shape;231;p13">
            <a:extLst>
              <a:ext uri="{FF2B5EF4-FFF2-40B4-BE49-F238E27FC236}">
                <a16:creationId xmlns:a16="http://schemas.microsoft.com/office/drawing/2014/main" id="{E199A0C8-B341-3D84-A0C3-51837EDA4D0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24488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CS1330 Introduction to networks</a:t>
            </a:r>
            <a:endParaRPr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831191-72C1-D9EB-C4FE-9974F2DE7C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Bandwidth is the capacity at which a medium can carry data.</a:t>
            </a:r>
          </a:p>
          <a:p>
            <a:endParaRPr lang="en-US" dirty="0"/>
          </a:p>
        </p:txBody>
      </p:sp>
      <p:graphicFrame>
        <p:nvGraphicFramePr>
          <p:cNvPr id="3" name="Content Placeholder 6">
            <a:extLst>
              <a:ext uri="{FF2B5EF4-FFF2-40B4-BE49-F238E27FC236}">
                <a16:creationId xmlns:a16="http://schemas.microsoft.com/office/drawing/2014/main" id="{059C522D-EBB5-BFE6-9627-C41C1E57C0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0601171"/>
              </p:ext>
            </p:extLst>
          </p:nvPr>
        </p:nvGraphicFramePr>
        <p:xfrm>
          <a:off x="1309687" y="2562080"/>
          <a:ext cx="10120313" cy="2878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6346">
                  <a:extLst>
                    <a:ext uri="{9D8B030D-6E8A-4147-A177-3AD203B41FA5}">
                      <a16:colId xmlns:a16="http://schemas.microsoft.com/office/drawing/2014/main" val="3729139006"/>
                    </a:ext>
                  </a:extLst>
                </a:gridCol>
                <a:gridCol w="1604732">
                  <a:extLst>
                    <a:ext uri="{9D8B030D-6E8A-4147-A177-3AD203B41FA5}">
                      <a16:colId xmlns:a16="http://schemas.microsoft.com/office/drawing/2014/main" val="2623022619"/>
                    </a:ext>
                  </a:extLst>
                </a:gridCol>
                <a:gridCol w="5929235">
                  <a:extLst>
                    <a:ext uri="{9D8B030D-6E8A-4147-A177-3AD203B41FA5}">
                      <a16:colId xmlns:a16="http://schemas.microsoft.com/office/drawing/2014/main" val="1988913492"/>
                    </a:ext>
                  </a:extLst>
                </a:gridCol>
              </a:tblGrid>
              <a:tr h="479738">
                <a:tc>
                  <a:txBody>
                    <a:bodyPr/>
                    <a:lstStyle/>
                    <a:p>
                      <a:r>
                        <a:rPr lang="en-US" dirty="0"/>
                        <a:t>Unit of Bandwidth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Abbreviation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Equivalence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676789"/>
                  </a:ext>
                </a:extLst>
              </a:tr>
              <a:tr h="47973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Bits per 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1 bps = fundamental unit of bandwidth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654457"/>
                  </a:ext>
                </a:extLst>
              </a:tr>
              <a:tr h="47973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Kilobits per 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Kbps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1 Kbps = 1,000 bps = 10</a:t>
                      </a:r>
                      <a:r>
                        <a:rPr lang="en-US" baseline="30000" dirty="0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bps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35172"/>
                  </a:ext>
                </a:extLst>
              </a:tr>
              <a:tr h="47973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Megabits per 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Mbps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1 Mbps = 1,000,000 bps = 10</a:t>
                      </a:r>
                      <a:r>
                        <a:rPr lang="en-US" baseline="30000" dirty="0">
                          <a:solidFill>
                            <a:srgbClr val="000000"/>
                          </a:solidFill>
                        </a:rPr>
                        <a:t>6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bps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68046"/>
                  </a:ext>
                </a:extLst>
              </a:tr>
              <a:tr h="47973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Gigabits per 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Gbps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1 Gbps – 1,000,000,000 bps = 10</a:t>
                      </a:r>
                      <a:r>
                        <a:rPr lang="en-US" baseline="30000" dirty="0">
                          <a:solidFill>
                            <a:srgbClr val="000000"/>
                          </a:solidFill>
                        </a:rPr>
                        <a:t>9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bps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107787"/>
                  </a:ext>
                </a:extLst>
              </a:tr>
              <a:tr h="47973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Terabits per 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Tbps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1 Tbps = 1,000,000,000,000 bps = 10</a:t>
                      </a:r>
                      <a:r>
                        <a:rPr lang="en-US" baseline="30000" dirty="0">
                          <a:solidFill>
                            <a:srgbClr val="000000"/>
                          </a:solidFill>
                        </a:rPr>
                        <a:t>12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bps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454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5273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33537-F631-4FD5-6837-8951123A0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F8D42-32C1-8CBB-E2C9-EF25E68AC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228600"/>
            <a:r>
              <a:rPr lang="en-US" sz="2800" dirty="0"/>
              <a:t>Types of Copper Cabling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7036B-550C-BD08-05E7-00557E94C7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5" name="Google Shape;231;p13">
            <a:extLst>
              <a:ext uri="{FF2B5EF4-FFF2-40B4-BE49-F238E27FC236}">
                <a16:creationId xmlns:a16="http://schemas.microsoft.com/office/drawing/2014/main" id="{A9599859-A2F6-2AC9-35B5-2A7F1B80B86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24488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CS1330 Introduction to networks</a:t>
            </a:r>
            <a:endParaRPr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E2BD765-8B03-C01D-74E4-0E46072270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9C09E3-5BB0-54D6-C293-2309A9926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474" y="1998063"/>
            <a:ext cx="5404014" cy="39638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1FF7F0-0426-8050-127E-5A1566C4B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106" y="1998063"/>
            <a:ext cx="1152743" cy="17413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3E8D18-5C6B-EFB4-FA42-47E91FB1E4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8428" y="2171256"/>
            <a:ext cx="1503672" cy="12577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38820F-743D-85D0-4F14-2AF07E54EB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1106" y="4311744"/>
            <a:ext cx="951656" cy="12577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1F9EEE-F5F5-981D-2D83-A3ECE81204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3532" y="4311745"/>
            <a:ext cx="1413464" cy="125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270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7661C-DA12-8E3D-3DE2-DB92234F2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AEF9F-9ABC-9A74-E843-07AD003D2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228600"/>
            <a:r>
              <a:rPr lang="en-US" sz="2800" dirty="0"/>
              <a:t>Types of Fiber Media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008E2-61F7-A708-F80C-E9B3EFD3BE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5" name="Google Shape;231;p13">
            <a:extLst>
              <a:ext uri="{FF2B5EF4-FFF2-40B4-BE49-F238E27FC236}">
                <a16:creationId xmlns:a16="http://schemas.microsoft.com/office/drawing/2014/main" id="{4EDC7C0B-0B9B-B3B6-37D1-E9921C2D52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24488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CS1330 Introduction to networks</a:t>
            </a:r>
            <a:endParaRPr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014588-93B1-0B1D-AE29-7E74AF90C9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Single-Mode Fiber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F1CA1F-5217-A5A7-2E72-7EDC041E9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960" y="2809377"/>
            <a:ext cx="3498112" cy="18269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F13EA5-18D9-E6CC-CE93-BC4907024852}"/>
              </a:ext>
            </a:extLst>
          </p:cNvPr>
          <p:cNvSpPr txBox="1"/>
          <p:nvPr/>
        </p:nvSpPr>
        <p:spPr>
          <a:xfrm>
            <a:off x="1230923" y="3059668"/>
            <a:ext cx="609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Very small 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Uses expensive lasers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Long-distance applications</a:t>
            </a:r>
          </a:p>
        </p:txBody>
      </p:sp>
    </p:spTree>
    <p:extLst>
      <p:ext uri="{BB962C8B-B14F-4D97-AF65-F5344CB8AC3E}">
        <p14:creationId xmlns:p14="http://schemas.microsoft.com/office/powerpoint/2010/main" val="4181953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C73B3-CC81-1033-7324-7E6E7D968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EF9BF-8592-5E1C-C69D-ADE3CC027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228600"/>
            <a:r>
              <a:rPr lang="en-US" sz="2800" dirty="0"/>
              <a:t>Types of Fiber Media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54DBF-97C1-69EE-253E-B4C13A593F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5" name="Google Shape;231;p13">
            <a:extLst>
              <a:ext uri="{FF2B5EF4-FFF2-40B4-BE49-F238E27FC236}">
                <a16:creationId xmlns:a16="http://schemas.microsoft.com/office/drawing/2014/main" id="{A6CAB045-9CE1-D3D7-ADD0-84E384372E5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24488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CS1330 Introduction to networks</a:t>
            </a:r>
            <a:endParaRPr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D3A542C-5089-7282-F0D2-1B5E0FA316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Multimode Fiber</a:t>
            </a:r>
          </a:p>
          <a:p>
            <a:r>
              <a:rPr lang="en-US" sz="2800" dirty="0"/>
              <a:t> 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29EEE6-C99A-7F70-08FB-E2345E269C48}"/>
              </a:ext>
            </a:extLst>
          </p:cNvPr>
          <p:cNvSpPr txBox="1"/>
          <p:nvPr/>
        </p:nvSpPr>
        <p:spPr>
          <a:xfrm>
            <a:off x="1230923" y="3059668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Larger 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Uses less expensive LEDs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LEDs transmit at different angles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 to 10 Gbps over 550 meters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79B94E-E407-5942-975E-82B991A48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4547" y="2178639"/>
            <a:ext cx="3498112" cy="182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267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BB167-83CF-22D7-1E0D-12282CB1A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C5CF1-5435-993B-D842-CF1885D8F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228600"/>
            <a:r>
              <a:rPr lang="en-US" sz="2800" dirty="0"/>
              <a:t>Fiber-Optic Connectors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A3BF5-409B-4FED-6D1C-DCFF5A83F6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5" name="Google Shape;231;p13">
            <a:extLst>
              <a:ext uri="{FF2B5EF4-FFF2-40B4-BE49-F238E27FC236}">
                <a16:creationId xmlns:a16="http://schemas.microsoft.com/office/drawing/2014/main" id="{3F993BF2-1237-1851-1F32-420241B6765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24488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CS1330 Introduction to networks</a:t>
            </a:r>
            <a:endParaRPr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99A42BF-13BA-996E-8207-E365B8D63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1080" y="1825625"/>
            <a:ext cx="5565071" cy="4351338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844102-A3A6-2407-D670-39B529803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288" y="2133028"/>
            <a:ext cx="7772400" cy="3736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587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1CD4F-3A33-D18B-0A88-6EB9AEBD3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4FE9-4E3F-B8B7-194E-334EAE1B9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Wireless Standards: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C968B-40F2-5A60-8FAF-59E9E5A6C8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5" name="Google Shape;231;p13">
            <a:extLst>
              <a:ext uri="{FF2B5EF4-FFF2-40B4-BE49-F238E27FC236}">
                <a16:creationId xmlns:a16="http://schemas.microsoft.com/office/drawing/2014/main" id="{890AD089-8319-B4FD-3207-AB10853DA75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24488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CS1330 Introduction to networks</a:t>
            </a:r>
            <a:endParaRPr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0875527-B1AD-25C4-007E-91DD92D4D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1080" y="1825625"/>
            <a:ext cx="10256519" cy="4351338"/>
          </a:xfrm>
        </p:spPr>
        <p:txBody>
          <a:bodyPr>
            <a:norm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800" b="1" dirty="0">
                <a:solidFill>
                  <a:schemeClr val="accent2"/>
                </a:solidFill>
              </a:rPr>
              <a:t>Wi-Fi (IEEE 802.11) </a:t>
            </a:r>
            <a:r>
              <a:rPr lang="en-US" sz="2800" dirty="0">
                <a:solidFill>
                  <a:schemeClr val="accent2"/>
                </a:solidFill>
              </a:rPr>
              <a:t>- Wireless LAN (WLAN) technology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2800" b="1" dirty="0">
                <a:solidFill>
                  <a:schemeClr val="accent2"/>
                </a:solidFill>
              </a:rPr>
              <a:t>Bluetooth (IEEE 802.15) </a:t>
            </a:r>
            <a:r>
              <a:rPr lang="en-US" sz="2800" dirty="0">
                <a:solidFill>
                  <a:schemeClr val="accent2"/>
                </a:solidFill>
              </a:rPr>
              <a:t>- Wireless Personal Area network (WPAN) standard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2800" b="1" dirty="0">
                <a:solidFill>
                  <a:schemeClr val="accent2"/>
                </a:solidFill>
              </a:rPr>
              <a:t>WiMAX (IEEE 802.16) </a:t>
            </a:r>
            <a:r>
              <a:rPr lang="en-US" sz="2800" dirty="0">
                <a:solidFill>
                  <a:schemeClr val="accent2"/>
                </a:solidFill>
              </a:rPr>
              <a:t>- Uses a point-to-multipoint topology to provide broadband wireless access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2800" b="1" dirty="0">
                <a:solidFill>
                  <a:schemeClr val="accent2"/>
                </a:solidFill>
              </a:rPr>
              <a:t>Zigbee (IEEE 802.15.4) </a:t>
            </a:r>
            <a:r>
              <a:rPr lang="en-US" sz="2800" dirty="0">
                <a:solidFill>
                  <a:schemeClr val="accent2"/>
                </a:solidFill>
              </a:rPr>
              <a:t>- Low data-rate, low power-consumption communications, primarily for Internet of Things (IoT) applications</a:t>
            </a:r>
          </a:p>
        </p:txBody>
      </p:sp>
    </p:spTree>
    <p:extLst>
      <p:ext uri="{BB962C8B-B14F-4D97-AF65-F5344CB8AC3E}">
        <p14:creationId xmlns:p14="http://schemas.microsoft.com/office/powerpoint/2010/main" val="138353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9A31C-B9C9-E214-FD81-D4D513B1F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46017-8346-0FF3-CDAB-29B93F687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228600"/>
            <a:r>
              <a:rPr lang="en-US" sz="2800" dirty="0"/>
              <a:t>Wireless LAN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D76AA-75FC-4CB7-AB41-D5764367CD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5" name="Google Shape;231;p13">
            <a:extLst>
              <a:ext uri="{FF2B5EF4-FFF2-40B4-BE49-F238E27FC236}">
                <a16:creationId xmlns:a16="http://schemas.microsoft.com/office/drawing/2014/main" id="{42EB59E5-A643-E2EA-3416-F6A797E0D3D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24488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CS1330 Introduction to networks</a:t>
            </a:r>
            <a:endParaRPr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316CB81-5B58-5041-416A-FD035F59A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1080" y="1825625"/>
            <a:ext cx="10515599" cy="4351338"/>
          </a:xfrm>
        </p:spPr>
        <p:txBody>
          <a:bodyPr>
            <a:normAutofit/>
          </a:bodyPr>
          <a:lstStyle/>
          <a:p>
            <a:pPr marL="0" indent="0"/>
            <a:r>
              <a:rPr lang="en-US" sz="2800" dirty="0">
                <a:solidFill>
                  <a:schemeClr val="accent2"/>
                </a:solidFill>
              </a:rPr>
              <a:t>In general, a Wireless LAN (WLAN) requires the following devices:</a:t>
            </a:r>
          </a:p>
          <a:p>
            <a:pPr indent="-457200">
              <a:buFont typeface="Wingdings" pitchFamily="2" charset="2"/>
              <a:buChar char="q"/>
            </a:pPr>
            <a:r>
              <a:rPr lang="en-US" sz="2800" b="1" dirty="0">
                <a:solidFill>
                  <a:schemeClr val="accent2"/>
                </a:solidFill>
              </a:rPr>
              <a:t>Wireless Access Point (AP) </a:t>
            </a:r>
            <a:r>
              <a:rPr lang="en-US" sz="2800" dirty="0">
                <a:solidFill>
                  <a:schemeClr val="accent2"/>
                </a:solidFill>
              </a:rPr>
              <a:t>- Concentrate wireless signals from users and connect to the existing copper-based network infrastructure</a:t>
            </a:r>
          </a:p>
          <a:p>
            <a:pPr indent="-457200">
              <a:buFont typeface="Wingdings" pitchFamily="2" charset="2"/>
              <a:buChar char="q"/>
            </a:pPr>
            <a:r>
              <a:rPr lang="en-US" sz="2800" b="1" dirty="0">
                <a:solidFill>
                  <a:schemeClr val="accent2"/>
                </a:solidFill>
              </a:rPr>
              <a:t>Wireless NIC Adapters </a:t>
            </a:r>
            <a:r>
              <a:rPr lang="en-US" sz="2800" dirty="0">
                <a:solidFill>
                  <a:schemeClr val="accent2"/>
                </a:solidFill>
              </a:rPr>
              <a:t>- Provide wireless communications capability to network hosts</a:t>
            </a:r>
          </a:p>
        </p:txBody>
      </p:sp>
    </p:spTree>
    <p:extLst>
      <p:ext uri="{BB962C8B-B14F-4D97-AF65-F5344CB8AC3E}">
        <p14:creationId xmlns:p14="http://schemas.microsoft.com/office/powerpoint/2010/main" val="3607908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80C62-5201-ED1C-A8A9-98BBFD0F8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B8D25-D300-4912-58D3-B814A68CF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228600"/>
            <a:r>
              <a:rPr lang="en-US" sz="2800" dirty="0"/>
              <a:t>ICMP Utilities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217D6F-D142-2024-B095-DCA451F8BE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5" name="Google Shape;231;p13">
            <a:extLst>
              <a:ext uri="{FF2B5EF4-FFF2-40B4-BE49-F238E27FC236}">
                <a16:creationId xmlns:a16="http://schemas.microsoft.com/office/drawing/2014/main" id="{FD71DAB8-C015-E795-E1DB-5D7BADCAFFF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24488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CS1330 Introduction to networks</a:t>
            </a:r>
            <a:endParaRPr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F1695C-1520-B3CB-0CA2-ABB5E5AD8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1080" y="1825625"/>
            <a:ext cx="10515599" cy="4351338"/>
          </a:xfrm>
        </p:spPr>
        <p:txBody>
          <a:bodyPr>
            <a:normAutofit/>
          </a:bodyPr>
          <a:lstStyle/>
          <a:p>
            <a:pPr marL="685800" indent="-457200">
              <a:buFont typeface="Wingdings" pitchFamily="2" charset="2"/>
              <a:buChar char="q"/>
            </a:pPr>
            <a:r>
              <a:rPr lang="en-US" sz="2800" dirty="0">
                <a:solidFill>
                  <a:schemeClr val="accent2"/>
                </a:solidFill>
              </a:rPr>
              <a:t>Internet Control Message Protocol (ICMP) provides feedback about issues related to the processing of IP packets under certain conditions.</a:t>
            </a:r>
          </a:p>
          <a:p>
            <a:pPr marL="685800" indent="-457200">
              <a:buFont typeface="Wingdings" pitchFamily="2" charset="2"/>
              <a:buChar char="q"/>
            </a:pPr>
            <a:r>
              <a:rPr lang="en-US" sz="2800" dirty="0">
                <a:solidFill>
                  <a:schemeClr val="accent2"/>
                </a:solidFill>
              </a:rPr>
              <a:t>Ping: Test Connectivity</a:t>
            </a:r>
          </a:p>
          <a:p>
            <a:pPr marL="685800" indent="-457200">
              <a:buFont typeface="Wingdings" pitchFamily="2" charset="2"/>
              <a:buChar char="q"/>
            </a:pPr>
            <a:r>
              <a:rPr lang="en-US" sz="2800" dirty="0">
                <a:solidFill>
                  <a:schemeClr val="accent2"/>
                </a:solidFill>
              </a:rPr>
              <a:t>Traceroute: Test the Path</a:t>
            </a:r>
          </a:p>
        </p:txBody>
      </p:sp>
    </p:spTree>
    <p:extLst>
      <p:ext uri="{BB962C8B-B14F-4D97-AF65-F5344CB8AC3E}">
        <p14:creationId xmlns:p14="http://schemas.microsoft.com/office/powerpoint/2010/main" val="2881578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9C50D-CEA0-95B7-6D13-DFE2F36AC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A828D-31C4-1414-9944-B93113F59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228600"/>
            <a:r>
              <a:rPr lang="en-US" sz="2800" dirty="0"/>
              <a:t>ping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E51FC-8771-2E84-3603-DA17A0A1B8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5" name="Google Shape;231;p13">
            <a:extLst>
              <a:ext uri="{FF2B5EF4-FFF2-40B4-BE49-F238E27FC236}">
                <a16:creationId xmlns:a16="http://schemas.microsoft.com/office/drawing/2014/main" id="{1ABA2153-7B51-360A-808A-48A2ED0021F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24488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CS1330 Introduction to networks</a:t>
            </a:r>
            <a:endParaRPr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141EE60-B3E1-99C0-7F8D-73EDD8DF5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1080" y="1825625"/>
            <a:ext cx="10515599" cy="4351338"/>
          </a:xfrm>
        </p:spPr>
        <p:txBody>
          <a:bodyPr>
            <a:normAutofit/>
          </a:bodyPr>
          <a:lstStyle/>
          <a:p>
            <a:pPr marL="685800" indent="-457200">
              <a:buFont typeface="Wingdings" pitchFamily="2" charset="2"/>
              <a:buChar char="q"/>
            </a:pPr>
            <a:r>
              <a:rPr lang="en-US" sz="2800" dirty="0">
                <a:solidFill>
                  <a:schemeClr val="accent2"/>
                </a:solidFill>
              </a:rPr>
              <a:t>Ping 8.8.8.8  (google </a:t>
            </a:r>
            <a:r>
              <a:rPr lang="en-US" sz="2800" dirty="0" err="1">
                <a:solidFill>
                  <a:schemeClr val="accent2"/>
                </a:solidFill>
              </a:rPr>
              <a:t>dns</a:t>
            </a:r>
            <a:r>
              <a:rPr lang="en-US" sz="2800" dirty="0">
                <a:solidFill>
                  <a:schemeClr val="accent2"/>
                </a:solidFill>
              </a:rPr>
              <a:t>)</a:t>
            </a:r>
          </a:p>
          <a:p>
            <a:pPr marL="685800" indent="-457200">
              <a:buFont typeface="Wingdings" pitchFamily="2" charset="2"/>
              <a:buChar char="q"/>
            </a:pPr>
            <a:r>
              <a:rPr lang="en-US" sz="2800" dirty="0">
                <a:solidFill>
                  <a:schemeClr val="accent2"/>
                </a:solidFill>
              </a:rPr>
              <a:t>Ping </a:t>
            </a:r>
            <a:r>
              <a:rPr lang="en-US" sz="2800" dirty="0" err="1">
                <a:solidFill>
                  <a:schemeClr val="accent2"/>
                </a:solidFill>
              </a:rPr>
              <a:t>google.com</a:t>
            </a:r>
            <a:r>
              <a:rPr lang="en-US" sz="2800" dirty="0">
                <a:solidFill>
                  <a:schemeClr val="accent2"/>
                </a:solidFill>
              </a:rPr>
              <a:t> (domain name)</a:t>
            </a:r>
          </a:p>
          <a:p>
            <a:pPr marL="685800" indent="-457200">
              <a:buFont typeface="Wingdings" pitchFamily="2" charset="2"/>
              <a:buChar char="q"/>
            </a:pPr>
            <a:r>
              <a:rPr lang="en-US" sz="2800" dirty="0">
                <a:solidFill>
                  <a:schemeClr val="accent2"/>
                </a:solidFill>
              </a:rPr>
              <a:t>Ping 127.0.0.1 (loopback)</a:t>
            </a:r>
          </a:p>
          <a:p>
            <a:pPr marL="685800" indent="-457200">
              <a:buFont typeface="Wingdings" pitchFamily="2" charset="2"/>
              <a:buChar char="q"/>
            </a:pPr>
            <a:endParaRPr lang="en-US" sz="2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548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D5AC4-C965-D36E-1E98-1303F98BD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8EC15-B7E1-0A15-0E16-FA6859D96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228600"/>
            <a:r>
              <a:rPr lang="en-US" sz="2800" dirty="0"/>
              <a:t>Traceroute(</a:t>
            </a:r>
            <a:r>
              <a:rPr lang="en-US" sz="2800" dirty="0" err="1"/>
              <a:t>tracert</a:t>
            </a:r>
            <a:r>
              <a:rPr lang="en-US" sz="2800" dirty="0"/>
              <a:t>)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5C1BB4-09F4-6D8C-2910-360BD9D75B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5" name="Google Shape;231;p13">
            <a:extLst>
              <a:ext uri="{FF2B5EF4-FFF2-40B4-BE49-F238E27FC236}">
                <a16:creationId xmlns:a16="http://schemas.microsoft.com/office/drawing/2014/main" id="{998D08FC-15A2-7589-3232-706EC80358E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24488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CS1330 Introduction to networks</a:t>
            </a:r>
            <a:endParaRPr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6A57775-3E48-4331-9CB7-368C8485E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1080" y="1825625"/>
            <a:ext cx="10515599" cy="4351338"/>
          </a:xfrm>
        </p:spPr>
        <p:txBody>
          <a:bodyPr>
            <a:normAutofit/>
          </a:bodyPr>
          <a:lstStyle/>
          <a:p>
            <a:pPr marL="685800" indent="-457200">
              <a:buFont typeface="Wingdings" pitchFamily="2" charset="2"/>
              <a:buChar char="q"/>
            </a:pPr>
            <a:r>
              <a:rPr lang="en-US" sz="2800" dirty="0">
                <a:solidFill>
                  <a:schemeClr val="accent2"/>
                </a:solidFill>
              </a:rPr>
              <a:t>Test the path between two hosts</a:t>
            </a:r>
          </a:p>
          <a:p>
            <a:pPr marL="685800" indent="-457200">
              <a:buFont typeface="Wingdings" pitchFamily="2" charset="2"/>
              <a:buChar char="q"/>
            </a:pPr>
            <a:r>
              <a:rPr lang="en-US" sz="2800" dirty="0">
                <a:solidFill>
                  <a:schemeClr val="accent2"/>
                </a:solidFill>
              </a:rPr>
              <a:t>Provide a list of hops that were successfully reached along that path.</a:t>
            </a:r>
          </a:p>
          <a:p>
            <a:pPr marL="685800" indent="-457200">
              <a:buFont typeface="Wingdings" pitchFamily="2" charset="2"/>
              <a:buChar char="q"/>
            </a:pPr>
            <a:endParaRPr lang="en-US" sz="2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3629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C5018-4124-4AA3-9B3E-3A3454CD4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67DF0-6B0B-8AF6-9AE4-921EB2651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228600"/>
            <a:r>
              <a:rPr lang="en-US" sz="2800" dirty="0"/>
              <a:t>Cisco packet tracer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57085-BB83-241D-035D-DA9B42C567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5" name="Google Shape;231;p13">
            <a:extLst>
              <a:ext uri="{FF2B5EF4-FFF2-40B4-BE49-F238E27FC236}">
                <a16:creationId xmlns:a16="http://schemas.microsoft.com/office/drawing/2014/main" id="{8D4B61CF-AFDA-5A94-F9A3-0248A200099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24488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CS1330 Introduction to networks</a:t>
            </a:r>
            <a:endParaRPr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A7FD2B3-E8FC-18C4-FE82-00DECFE0D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1080" y="1825625"/>
            <a:ext cx="10515599" cy="4351338"/>
          </a:xfrm>
        </p:spPr>
        <p:txBody>
          <a:bodyPr>
            <a:normAutofit/>
          </a:bodyPr>
          <a:lstStyle/>
          <a:p>
            <a:pPr marL="685800" indent="-457200">
              <a:buFont typeface="Wingdings" pitchFamily="2" charset="2"/>
              <a:buChar char="q"/>
            </a:pPr>
            <a:r>
              <a:rPr lang="en-US" sz="2800" dirty="0">
                <a:solidFill>
                  <a:schemeClr val="accent2"/>
                </a:solidFill>
                <a:hlinkClick r:id="rId2"/>
              </a:rPr>
              <a:t>https://www.netacad.com/resources/lab-downloads?courseLang=en-US</a:t>
            </a:r>
            <a:endParaRPr lang="en-US" sz="2800" dirty="0">
              <a:solidFill>
                <a:schemeClr val="accent2"/>
              </a:solidFill>
            </a:endParaRPr>
          </a:p>
          <a:p>
            <a:pPr marL="685800" indent="-457200">
              <a:buFont typeface="Wingdings" pitchFamily="2" charset="2"/>
              <a:buChar char="q"/>
            </a:pPr>
            <a:r>
              <a:rPr lang="en-US" sz="2800" dirty="0">
                <a:solidFill>
                  <a:schemeClr val="accent2"/>
                </a:solidFill>
              </a:rPr>
              <a:t>Need to enroll </a:t>
            </a:r>
            <a:br>
              <a:rPr lang="en-US" sz="2800" dirty="0"/>
            </a:br>
            <a:r>
              <a:rPr lang="en-US" dirty="0"/>
              <a:t>Getting Started with Cisco Packet Tracer</a:t>
            </a:r>
          </a:p>
          <a:p>
            <a:pPr marL="685800" indent="-457200">
              <a:buFont typeface="Wingdings" pitchFamily="2" charset="2"/>
              <a:buChar char="q"/>
            </a:pPr>
            <a:endParaRPr lang="en-US" sz="2800" dirty="0">
              <a:solidFill>
                <a:schemeClr val="accent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A74D72-436A-3F35-C8E6-180B7F345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243" y="3490091"/>
            <a:ext cx="7772400" cy="310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0855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1AB18-0001-BC4F-9BAE-5DB982036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3A775-C221-7345-FD80-EFF5BA48E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228600"/>
            <a:r>
              <a:rPr lang="en-US" sz="2800" dirty="0"/>
              <a:t>Wireshark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6D84F-A1AF-6B29-870E-3057C537F5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5" name="Google Shape;231;p13">
            <a:extLst>
              <a:ext uri="{FF2B5EF4-FFF2-40B4-BE49-F238E27FC236}">
                <a16:creationId xmlns:a16="http://schemas.microsoft.com/office/drawing/2014/main" id="{48BB5700-CDF7-CD04-5E61-6D63A94589A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24488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CS1330 Introduction to networks</a:t>
            </a:r>
            <a:endParaRPr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8B40F8B-617A-06F4-458E-AE830CB33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1080" y="1825625"/>
            <a:ext cx="10515599" cy="4351338"/>
          </a:xfrm>
        </p:spPr>
        <p:txBody>
          <a:bodyPr>
            <a:normAutofit/>
          </a:bodyPr>
          <a:lstStyle/>
          <a:p>
            <a:pPr marL="685800" indent="-457200">
              <a:buFont typeface="Wingdings" pitchFamily="2" charset="2"/>
              <a:buChar char="q"/>
            </a:pPr>
            <a:r>
              <a:rPr lang="en-US" sz="2800" dirty="0">
                <a:solidFill>
                  <a:schemeClr val="accent2"/>
                </a:solidFill>
                <a:hlinkClick r:id="rId2"/>
              </a:rPr>
              <a:t>https://www.wireshark.org/download.html</a:t>
            </a:r>
            <a:endParaRPr lang="en-US" sz="2800" dirty="0">
              <a:solidFill>
                <a:schemeClr val="accent2"/>
              </a:solidFill>
            </a:endParaRPr>
          </a:p>
          <a:p>
            <a:pPr marL="685800" indent="-457200">
              <a:buFont typeface="Wingdings" pitchFamily="2" charset="2"/>
              <a:buChar char="q"/>
            </a:pPr>
            <a:endParaRPr lang="en-US" sz="2800" dirty="0">
              <a:solidFill>
                <a:schemeClr val="accent2"/>
              </a:solidFill>
            </a:endParaRPr>
          </a:p>
          <a:p>
            <a:pPr marL="685800" indent="-457200">
              <a:buFont typeface="Wingdings" pitchFamily="2" charset="2"/>
              <a:buChar char="q"/>
            </a:pPr>
            <a:endParaRPr lang="en-US" sz="2800" dirty="0">
              <a:solidFill>
                <a:schemeClr val="accent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A645F6-501F-FBD9-5C23-CB20524E8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755" y="2582862"/>
            <a:ext cx="5130800" cy="394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9992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8"/>
          <p:cNvSpPr txBox="1">
            <a:spLocks noGrp="1"/>
          </p:cNvSpPr>
          <p:nvPr>
            <p:ph type="ctrTitle"/>
          </p:nvPr>
        </p:nvSpPr>
        <p:spPr>
          <a:xfrm>
            <a:off x="6084664" y="1122363"/>
            <a:ext cx="5486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venir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302" name="Google Shape;302;p18"/>
          <p:cNvSpPr txBox="1">
            <a:spLocks noGrp="1"/>
          </p:cNvSpPr>
          <p:nvPr>
            <p:ph type="subTitle" idx="1"/>
          </p:nvPr>
        </p:nvSpPr>
        <p:spPr>
          <a:xfrm>
            <a:off x="6080759" y="3602038"/>
            <a:ext cx="54864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rmAutofit/>
          </a:bodyPr>
          <a:lstStyle/>
          <a:p>
            <a:pPr marL="0" lvl="0" indent="0" algn="l" rtl="0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4">
      <a:dk1>
        <a:srgbClr val="000000"/>
      </a:dk1>
      <a:lt1>
        <a:srgbClr val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559</Words>
  <Application>Microsoft Macintosh PowerPoint</Application>
  <PresentationFormat>Widescreen</PresentationFormat>
  <Paragraphs>104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Calibri</vt:lpstr>
      <vt:lpstr>Wingdings</vt:lpstr>
      <vt:lpstr>Lato</vt:lpstr>
      <vt:lpstr>Arial</vt:lpstr>
      <vt:lpstr>Avenir</vt:lpstr>
      <vt:lpstr>Office Theme</vt:lpstr>
      <vt:lpstr>CS 1330-Introduction to Networks</vt:lpstr>
      <vt:lpstr>Physical Layer</vt:lpstr>
      <vt:lpstr>The Physical Layer</vt:lpstr>
      <vt:lpstr>Physical Layer Standards</vt:lpstr>
      <vt:lpstr>Physical Components</vt:lpstr>
      <vt:lpstr>Bandwidth</vt:lpstr>
      <vt:lpstr>Types of Copper Cabling</vt:lpstr>
      <vt:lpstr>Types of Fiber Media</vt:lpstr>
      <vt:lpstr>Types of Fiber Media</vt:lpstr>
      <vt:lpstr>Fiber-Optic Connectors</vt:lpstr>
      <vt:lpstr>Wireless Standards:</vt:lpstr>
      <vt:lpstr>Wireless LAN</vt:lpstr>
      <vt:lpstr>ICMP Utilities</vt:lpstr>
      <vt:lpstr>ping</vt:lpstr>
      <vt:lpstr>Traceroute(tracert)</vt:lpstr>
      <vt:lpstr>Cisco packet tracer</vt:lpstr>
      <vt:lpstr>Wireshark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Microsoft Office User</cp:lastModifiedBy>
  <cp:revision>6</cp:revision>
  <dcterms:modified xsi:type="dcterms:W3CDTF">2025-09-02T02:18:33Z</dcterms:modified>
</cp:coreProperties>
</file>